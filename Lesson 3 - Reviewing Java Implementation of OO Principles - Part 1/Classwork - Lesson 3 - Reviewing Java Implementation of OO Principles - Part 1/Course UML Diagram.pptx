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27"/>
  </p:normalViewPr>
  <p:slideViewPr>
    <p:cSldViewPr snapToGrid="0" snapToObjects="1">
      <p:cViewPr varScale="1">
        <p:scale>
          <a:sx n="124" d="100"/>
          <a:sy n="124" d="100"/>
        </p:scale>
        <p:origin x="5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ACBB5-DE09-C84F-87DC-CFF19EBBA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199D3D-5D26-4D4C-8041-FE37D48B1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CCDEC-B3A3-B24F-8EE7-814697044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BE51F-C300-904E-8A99-4E998C9E4CF1}" type="datetimeFigureOut">
              <a:rPr lang="en-US" smtClean="0"/>
              <a:t>3/9/21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E99208-C177-594E-8F36-BBEA933D6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5C2DA3-E59B-6840-98E4-D5F964ACE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176F1-7D77-8740-BF85-6D91DEA4F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109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26B62-14B2-274C-8950-6E13BBD63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C66B4-6286-3543-89D7-830C96468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B2E06-1419-824C-AE78-2B0C0B2AA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BE51F-C300-904E-8A99-4E998C9E4CF1}" type="datetimeFigureOut">
              <a:rPr lang="en-US" smtClean="0"/>
              <a:t>3/9/21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D9B84-19D3-CC49-A978-8A5CE865F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A091A-6DB9-AC4A-91BD-9E2F8CFF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176F1-7D77-8740-BF85-6D91DEA4F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929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D733B-2521-144D-871F-0620EA617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AC0ECB-8068-B44F-B8DD-EA2DBAED54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C0BC4-9312-BD43-BC30-659976285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BE51F-C300-904E-8A99-4E998C9E4CF1}" type="datetimeFigureOut">
              <a:rPr lang="en-US" smtClean="0"/>
              <a:t>3/9/21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1501DB-B215-B649-A78C-BF0C9DAF3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D8362-03BA-EC48-8825-D9C53F629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176F1-7D77-8740-BF85-6D91DEA4F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019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569B8-0337-CB4B-B2F0-D5D1D2BB3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49B10-068B-6B4F-9AA8-0E97454A0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4003DB-6BF3-3849-9B52-C644FA16E2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13166C-11E6-BD48-A786-C0A9653B6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BE51F-C300-904E-8A99-4E998C9E4CF1}" type="datetimeFigureOut">
              <a:rPr lang="en-US" smtClean="0"/>
              <a:t>3/9/21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1BAF3A-AF26-E641-84B4-F96BA6322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24F0B7-4825-A042-85B6-CF806CE50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176F1-7D77-8740-BF85-6D91DEA4F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117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56FB9-E3C2-3F41-B69C-00DC67837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BC088F-F703-F442-B076-6B32D4EF9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16E15E-08D7-CC4D-A205-428FA6D4DF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480960-AB49-2B47-9DC8-9B9D74293D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6BF7E8-851F-8C41-B3DB-B5537A88D3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C2E820-E7BA-744D-A798-E9D7F4BBC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BE51F-C300-904E-8A99-4E998C9E4CF1}" type="datetimeFigureOut">
              <a:rPr lang="en-US" smtClean="0"/>
              <a:t>3/9/21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159E2B-A556-1042-A22D-55B69F3AD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5DA2AF-DF3D-F94B-88AB-0A9D98FEF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176F1-7D77-8740-BF85-6D91DEA4F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30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4896A-2282-2044-8744-538341302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A2D0AA-0552-874B-AFD2-9800B95EE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BE51F-C300-904E-8A99-4E998C9E4CF1}" type="datetimeFigureOut">
              <a:rPr lang="en-US" smtClean="0"/>
              <a:t>3/9/21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DFE7F-C81E-4F47-BEA9-B575A2328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D2B694-DE3A-244C-A605-4D19333D6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176F1-7D77-8740-BF85-6D91DEA4F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029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3B78E6-95C2-7947-B566-E7515B64E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BE51F-C300-904E-8A99-4E998C9E4CF1}" type="datetimeFigureOut">
              <a:rPr lang="en-US" smtClean="0"/>
              <a:t>3/9/21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0A48BE-80C1-304A-93E9-AA3285705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59BADD-B087-E948-B868-4BADBE0C1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176F1-7D77-8740-BF85-6D91DEA4F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881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9D94E-DFBF-BD46-BC69-A5C4CCA56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7B046-01BC-7142-9962-E10C3A59F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61B804-C4DD-B147-9823-6A20195572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92B94A-9F75-4947-8282-2D2F4D7A9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BE51F-C300-904E-8A99-4E998C9E4CF1}" type="datetimeFigureOut">
              <a:rPr lang="en-US" smtClean="0"/>
              <a:t>3/9/21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943F63-E7CD-4D4D-B630-B87A041BF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9A49DA-339D-0848-863C-DE56F53F0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176F1-7D77-8740-BF85-6D91DEA4F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739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68EEA-5D62-8F46-BD97-BDA8A2482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D0F739-7629-DB42-8F3A-11E7E57770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E2C933-6B1B-944E-8666-067219635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30BE64-9C29-044F-B569-33B858F84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BE51F-C300-904E-8A99-4E998C9E4CF1}" type="datetimeFigureOut">
              <a:rPr lang="en-US" smtClean="0"/>
              <a:t>3/9/21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A2F4D9-8E65-0947-A302-9122320B1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A88D31-2297-5B4A-B395-5FB44D310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176F1-7D77-8740-BF85-6D91DEA4F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280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92099-FC99-BC46-9EB8-DBB0B07F6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C46BD1-3524-EC48-A097-EA9AC00288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6290D5-A9E9-064B-A0EC-F5E4C6046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BE51F-C300-904E-8A99-4E998C9E4CF1}" type="datetimeFigureOut">
              <a:rPr lang="en-US" smtClean="0"/>
              <a:t>3/9/21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BC1E0-B5E1-0C4D-B0B4-0B8CFBF00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3D2E1-C7D3-7741-BAFE-F4FB46526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176F1-7D77-8740-BF85-6D91DEA4F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524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AC4254-49D5-C04B-A45B-A336088C39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2D7FCD-11F4-3745-83FB-8EB97541F0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B3E7C-48E1-4046-9672-53D29634E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BE51F-C300-904E-8A99-4E998C9E4CF1}" type="datetimeFigureOut">
              <a:rPr lang="en-US" smtClean="0"/>
              <a:t>3/9/21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58DAD-B1FD-C948-A9BA-23F3E182A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1BEB8-58E6-FE4D-8D77-BD0B293A7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176F1-7D77-8740-BF85-6D91DEA4F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281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D55676-4D22-BC46-BC74-458728AFE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F7F01A-9C4B-CE4C-8991-9E7E5B49C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31B40-0575-F746-8C85-A25801726D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4BE51F-C300-904E-8A99-4E998C9E4CF1}" type="datetimeFigureOut">
              <a:rPr lang="en-US" smtClean="0"/>
              <a:t>3/9/21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5676-B288-7341-803F-5CA852620C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9C9C3-C511-8541-BEEF-FAB7555636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0176F1-7D77-8740-BF85-6D91DEA4F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250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3E1F2D-34A2-F245-9EF3-9107C76524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6115997"/>
              </p:ext>
            </p:extLst>
          </p:nvPr>
        </p:nvGraphicFramePr>
        <p:xfrm>
          <a:off x="3070316" y="347222"/>
          <a:ext cx="5467501" cy="25603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467501">
                  <a:extLst>
                    <a:ext uri="{9D8B030D-6E8A-4147-A177-3AD203B41FA5}">
                      <a16:colId xmlns:a16="http://schemas.microsoft.com/office/drawing/2014/main" val="19357558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0" dirty="0">
                          <a:effectLst/>
                        </a:rPr>
                        <a:t>Course</a:t>
                      </a:r>
                      <a:endParaRPr lang="en-US" sz="1400" i="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53078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-</a:t>
                      </a:r>
                      <a:r>
                        <a:rPr lang="en-US" sz="1400" dirty="0" err="1">
                          <a:effectLst/>
                        </a:rPr>
                        <a:t>courseName:String</a:t>
                      </a:r>
                      <a:endParaRPr lang="en-US" sz="14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-</a:t>
                      </a:r>
                      <a:r>
                        <a:rPr lang="en-US" sz="1400" dirty="0" err="1">
                          <a:effectLst/>
                        </a:rPr>
                        <a:t>instructor:Instructor</a:t>
                      </a:r>
                      <a:endParaRPr lang="en-US" sz="14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-</a:t>
                      </a:r>
                      <a:r>
                        <a:rPr lang="en-US" sz="1400" dirty="0" err="1">
                          <a:effectLst/>
                        </a:rPr>
                        <a:t>textbook:TextBook</a:t>
                      </a:r>
                      <a:endParaRPr lang="en-US" sz="1400" dirty="0">
                        <a:effectLst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11262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+Cours</a:t>
                      </a:r>
                      <a:r>
                        <a:rPr lang="en-US" sz="1400" i="0" dirty="0">
                          <a:effectLst/>
                        </a:rPr>
                        <a:t>e</a:t>
                      </a:r>
                      <a:r>
                        <a:rPr lang="en-US" sz="1400" dirty="0">
                          <a:effectLst/>
                        </a:rPr>
                        <a:t>(</a:t>
                      </a:r>
                      <a:r>
                        <a:rPr lang="en-US" sz="1400" dirty="0" err="1">
                          <a:effectLst/>
                        </a:rPr>
                        <a:t>courseName:String</a:t>
                      </a:r>
                      <a:r>
                        <a:rPr lang="en-US" sz="1400" dirty="0">
                          <a:effectLst/>
                        </a:rPr>
                        <a:t>, </a:t>
                      </a:r>
                      <a:r>
                        <a:rPr lang="en-US" sz="1400" dirty="0" err="1">
                          <a:effectLst/>
                        </a:rPr>
                        <a:t>instructor:Instructor</a:t>
                      </a:r>
                      <a:r>
                        <a:rPr lang="en-US" sz="1400" dirty="0">
                          <a:effectLst/>
                        </a:rPr>
                        <a:t>, </a:t>
                      </a:r>
                      <a:r>
                        <a:rPr lang="en-US" sz="1400" dirty="0" err="1">
                          <a:effectLst/>
                        </a:rPr>
                        <a:t>textbook:TextBook</a:t>
                      </a:r>
                      <a:r>
                        <a:rPr lang="en-US" sz="1400" dirty="0">
                          <a:effectLst/>
                        </a:rPr>
                        <a:t>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setName</a:t>
                      </a:r>
                      <a:r>
                        <a:rPr lang="en-US" sz="1400" dirty="0">
                          <a:effectLst/>
                        </a:rPr>
                        <a:t>(</a:t>
                      </a:r>
                      <a:r>
                        <a:rPr lang="en-US" sz="1400" dirty="0" err="1">
                          <a:effectLst/>
                        </a:rPr>
                        <a:t>name:String</a:t>
                      </a:r>
                      <a:r>
                        <a:rPr lang="en-US" sz="1400" dirty="0">
                          <a:effectLst/>
                        </a:rPr>
                        <a:t>): void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setInstructor</a:t>
                      </a:r>
                      <a:r>
                        <a:rPr lang="en-US" sz="1400" dirty="0">
                          <a:effectLst/>
                        </a:rPr>
                        <a:t>(</a:t>
                      </a:r>
                      <a:r>
                        <a:rPr lang="en-US" sz="1400" dirty="0" err="1">
                          <a:effectLst/>
                        </a:rPr>
                        <a:t>instr:Instructor</a:t>
                      </a:r>
                      <a:r>
                        <a:rPr lang="en-US" sz="1400" dirty="0">
                          <a:effectLst/>
                        </a:rPr>
                        <a:t>):void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setTextBook</a:t>
                      </a:r>
                      <a:r>
                        <a:rPr lang="en-US" sz="1400" dirty="0">
                          <a:effectLst/>
                        </a:rPr>
                        <a:t>(</a:t>
                      </a:r>
                      <a:r>
                        <a:rPr lang="en-US" sz="1400" dirty="0" err="1">
                          <a:effectLst/>
                        </a:rPr>
                        <a:t>text:TextBook</a:t>
                      </a:r>
                      <a:r>
                        <a:rPr lang="en-US" sz="1400" dirty="0">
                          <a:effectLst/>
                        </a:rPr>
                        <a:t>):void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getName</a:t>
                      </a:r>
                      <a:r>
                        <a:rPr lang="en-US" sz="1400" dirty="0">
                          <a:effectLst/>
                        </a:rPr>
                        <a:t>(): String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getInstructor</a:t>
                      </a:r>
                      <a:r>
                        <a:rPr lang="en-US" sz="1400" dirty="0">
                          <a:effectLst/>
                        </a:rPr>
                        <a:t>():Instructor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getTextBook</a:t>
                      </a:r>
                      <a:r>
                        <a:rPr lang="en-US" sz="1400" dirty="0">
                          <a:effectLst/>
                        </a:rPr>
                        <a:t>():</a:t>
                      </a:r>
                      <a:r>
                        <a:rPr lang="en-US" sz="1400" dirty="0" err="1">
                          <a:effectLst/>
                        </a:rPr>
                        <a:t>TextBook</a:t>
                      </a:r>
                      <a:endParaRPr lang="en-US" sz="14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toString</a:t>
                      </a:r>
                      <a:r>
                        <a:rPr lang="en-US" sz="1400" dirty="0">
                          <a:effectLst/>
                        </a:rPr>
                        <a:t>():String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8766847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5B755E9-92E9-FF44-B79A-19CF514F61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5790435"/>
              </p:ext>
            </p:extLst>
          </p:nvPr>
        </p:nvGraphicFramePr>
        <p:xfrm>
          <a:off x="756924" y="3809706"/>
          <a:ext cx="4123300" cy="27736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123300">
                  <a:extLst>
                    <a:ext uri="{9D8B030D-6E8A-4147-A177-3AD203B41FA5}">
                      <a16:colId xmlns:a16="http://schemas.microsoft.com/office/drawing/2014/main" val="19357558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0" dirty="0">
                          <a:effectLst/>
                        </a:rPr>
                        <a:t>Instructor</a:t>
                      </a:r>
                      <a:endParaRPr lang="en-US" sz="1400" i="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53078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dirty="0">
                          <a:effectLst/>
                        </a:rPr>
                        <a:t>-</a:t>
                      </a:r>
                      <a:r>
                        <a:rPr lang="en-US" sz="1400" u="none" dirty="0" err="1">
                          <a:effectLst/>
                        </a:rPr>
                        <a:t>lastName:String</a:t>
                      </a:r>
                      <a:endParaRPr lang="en-US" sz="1400" u="none" dirty="0">
                        <a:effectLst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dirty="0">
                          <a:effectLst/>
                        </a:rPr>
                        <a:t>-</a:t>
                      </a:r>
                      <a:r>
                        <a:rPr lang="en-US" sz="1400" u="none" dirty="0" err="1">
                          <a:effectLst/>
                        </a:rPr>
                        <a:t>firstName:String</a:t>
                      </a:r>
                      <a:endParaRPr lang="en-US" sz="1400" u="none" dirty="0">
                        <a:effectLst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dirty="0">
                          <a:effectLst/>
                        </a:rPr>
                        <a:t>-</a:t>
                      </a:r>
                      <a:r>
                        <a:rPr lang="en-US" sz="1400" u="none" dirty="0" err="1">
                          <a:effectLst/>
                        </a:rPr>
                        <a:t>officeNumber:String</a:t>
                      </a:r>
                      <a:endParaRPr lang="en-US" sz="1400" u="none" dirty="0">
                        <a:effectLst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11262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i="0" dirty="0">
                          <a:effectLst/>
                        </a:rPr>
                        <a:t>Instructor</a:t>
                      </a:r>
                      <a:r>
                        <a:rPr lang="en-US" sz="1400" dirty="0">
                          <a:effectLst/>
                        </a:rPr>
                        <a:t>(</a:t>
                      </a:r>
                      <a:r>
                        <a:rPr lang="en-US" sz="1400" dirty="0" err="1">
                          <a:effectLst/>
                        </a:rPr>
                        <a:t>lName:String</a:t>
                      </a:r>
                      <a:r>
                        <a:rPr lang="en-US" sz="1400" dirty="0">
                          <a:effectLst/>
                        </a:rPr>
                        <a:t>, </a:t>
                      </a:r>
                      <a:r>
                        <a:rPr lang="en-US" sz="1400" dirty="0" err="1">
                          <a:effectLst/>
                        </a:rPr>
                        <a:t>fName:String</a:t>
                      </a:r>
                      <a:r>
                        <a:rPr lang="en-US" sz="1400" dirty="0">
                          <a:effectLst/>
                        </a:rPr>
                        <a:t>, </a:t>
                      </a:r>
                      <a:r>
                        <a:rPr lang="en-US" sz="1400" dirty="0" err="1">
                          <a:effectLst/>
                        </a:rPr>
                        <a:t>office:String</a:t>
                      </a:r>
                      <a:r>
                        <a:rPr lang="en-US" sz="1400" dirty="0">
                          <a:effectLst/>
                        </a:rPr>
                        <a:t>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+Instructor(object2:Instructor)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setLastName</a:t>
                      </a:r>
                      <a:r>
                        <a:rPr lang="en-US" sz="1400" dirty="0">
                          <a:effectLst/>
                        </a:rPr>
                        <a:t>(</a:t>
                      </a:r>
                      <a:r>
                        <a:rPr lang="en-US" sz="1400" dirty="0" err="1">
                          <a:effectLst/>
                        </a:rPr>
                        <a:t>lName:String</a:t>
                      </a:r>
                      <a:r>
                        <a:rPr lang="en-US" sz="1400" dirty="0">
                          <a:effectLst/>
                        </a:rPr>
                        <a:t>):void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setFirstName</a:t>
                      </a:r>
                      <a:r>
                        <a:rPr lang="en-US" sz="1400" dirty="0">
                          <a:effectLst/>
                        </a:rPr>
                        <a:t>(</a:t>
                      </a:r>
                      <a:r>
                        <a:rPr lang="en-US" sz="1400" dirty="0" err="1">
                          <a:effectLst/>
                        </a:rPr>
                        <a:t>fName:String</a:t>
                      </a:r>
                      <a:r>
                        <a:rPr lang="en-US" sz="1400" dirty="0">
                          <a:effectLst/>
                        </a:rPr>
                        <a:t>):void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setOfficeNumber</a:t>
                      </a:r>
                      <a:r>
                        <a:rPr lang="en-US" sz="1400" dirty="0">
                          <a:effectLst/>
                        </a:rPr>
                        <a:t>(</a:t>
                      </a:r>
                      <a:r>
                        <a:rPr lang="en-US" sz="1400" dirty="0" err="1">
                          <a:effectLst/>
                        </a:rPr>
                        <a:t>offNum:String</a:t>
                      </a:r>
                      <a:r>
                        <a:rPr lang="en-US" sz="1400" dirty="0">
                          <a:effectLst/>
                        </a:rPr>
                        <a:t>):void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getLastName</a:t>
                      </a:r>
                      <a:r>
                        <a:rPr lang="en-US" sz="1400" dirty="0">
                          <a:effectLst/>
                        </a:rPr>
                        <a:t>():String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getFirstName</a:t>
                      </a:r>
                      <a:r>
                        <a:rPr lang="en-US" sz="1400" dirty="0">
                          <a:effectLst/>
                        </a:rPr>
                        <a:t>():String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getOfficeNumber</a:t>
                      </a:r>
                      <a:r>
                        <a:rPr lang="en-US" sz="1400" dirty="0">
                          <a:effectLst/>
                        </a:rPr>
                        <a:t>():String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toString</a:t>
                      </a:r>
                      <a:r>
                        <a:rPr lang="en-US" sz="1400" dirty="0">
                          <a:effectLst/>
                        </a:rPr>
                        <a:t>():String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8766847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2EEA009-9041-574C-AA56-A8EFDFCC2A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690615"/>
              </p:ext>
            </p:extLst>
          </p:nvPr>
        </p:nvGraphicFramePr>
        <p:xfrm>
          <a:off x="5645709" y="3853826"/>
          <a:ext cx="4933249" cy="27736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933249">
                  <a:extLst>
                    <a:ext uri="{9D8B030D-6E8A-4147-A177-3AD203B41FA5}">
                      <a16:colId xmlns:a16="http://schemas.microsoft.com/office/drawing/2014/main" val="19357558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0" dirty="0" err="1">
                          <a:effectLst/>
                        </a:rPr>
                        <a:t>TextBook</a:t>
                      </a:r>
                      <a:endParaRPr lang="en-US" sz="1400" i="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53078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dirty="0">
                          <a:effectLst/>
                        </a:rPr>
                        <a:t>-</a:t>
                      </a:r>
                      <a:r>
                        <a:rPr lang="en-US" sz="1400" u="none" dirty="0" err="1">
                          <a:effectLst/>
                        </a:rPr>
                        <a:t>title:String</a:t>
                      </a:r>
                      <a:endParaRPr lang="en-US" sz="1400" u="none" dirty="0">
                        <a:effectLst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dirty="0">
                          <a:effectLst/>
                        </a:rPr>
                        <a:t>-</a:t>
                      </a:r>
                      <a:r>
                        <a:rPr lang="en-US" sz="1400" u="none" dirty="0" err="1">
                          <a:effectLst/>
                        </a:rPr>
                        <a:t>author:String</a:t>
                      </a:r>
                      <a:endParaRPr lang="en-US" sz="1400" u="none" dirty="0">
                        <a:effectLst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dirty="0">
                          <a:effectLst/>
                        </a:rPr>
                        <a:t>-</a:t>
                      </a:r>
                      <a:r>
                        <a:rPr lang="en-US" sz="1400" u="none" dirty="0" err="1">
                          <a:effectLst/>
                        </a:rPr>
                        <a:t>publisher:String</a:t>
                      </a:r>
                      <a:endParaRPr lang="en-US" sz="1400" u="none" dirty="0">
                        <a:effectLst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11262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i="0" dirty="0" err="1">
                          <a:effectLst/>
                        </a:rPr>
                        <a:t>TextBook</a:t>
                      </a:r>
                      <a:r>
                        <a:rPr lang="en-US" sz="1400" dirty="0">
                          <a:effectLst/>
                        </a:rPr>
                        <a:t>(</a:t>
                      </a:r>
                      <a:r>
                        <a:rPr lang="en-US" sz="1400" dirty="0" err="1">
                          <a:effectLst/>
                        </a:rPr>
                        <a:t>textTitle:String</a:t>
                      </a:r>
                      <a:r>
                        <a:rPr lang="en-US" sz="1400" dirty="0">
                          <a:effectLst/>
                        </a:rPr>
                        <a:t>, </a:t>
                      </a:r>
                      <a:r>
                        <a:rPr lang="en-US" sz="1400" dirty="0" err="1">
                          <a:effectLst/>
                        </a:rPr>
                        <a:t>auth:String</a:t>
                      </a:r>
                      <a:r>
                        <a:rPr lang="en-US" sz="1400" dirty="0">
                          <a:effectLst/>
                        </a:rPr>
                        <a:t>, </a:t>
                      </a:r>
                      <a:r>
                        <a:rPr lang="en-US" sz="1400" dirty="0" err="1">
                          <a:effectLst/>
                        </a:rPr>
                        <a:t>pub:String</a:t>
                      </a:r>
                      <a:r>
                        <a:rPr lang="en-US" sz="1400" dirty="0">
                          <a:effectLst/>
                        </a:rPr>
                        <a:t>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TextBook</a:t>
                      </a:r>
                      <a:r>
                        <a:rPr lang="en-US" sz="1400" dirty="0">
                          <a:effectLst/>
                        </a:rPr>
                        <a:t>(object2:TextBook)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setTitle</a:t>
                      </a:r>
                      <a:r>
                        <a:rPr lang="en-US" sz="1400" dirty="0">
                          <a:effectLst/>
                        </a:rPr>
                        <a:t>(</a:t>
                      </a:r>
                      <a:r>
                        <a:rPr lang="en-US" sz="1400" dirty="0" err="1">
                          <a:effectLst/>
                        </a:rPr>
                        <a:t>title:String</a:t>
                      </a:r>
                      <a:r>
                        <a:rPr lang="en-US" sz="1400" dirty="0">
                          <a:effectLst/>
                        </a:rPr>
                        <a:t>):void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setAuthor</a:t>
                      </a:r>
                      <a:r>
                        <a:rPr lang="en-US" sz="1400" dirty="0">
                          <a:effectLst/>
                        </a:rPr>
                        <a:t>(</a:t>
                      </a:r>
                      <a:r>
                        <a:rPr lang="en-US" sz="1400" dirty="0" err="1">
                          <a:effectLst/>
                        </a:rPr>
                        <a:t>aName:String</a:t>
                      </a:r>
                      <a:r>
                        <a:rPr lang="en-US" sz="1400" dirty="0">
                          <a:effectLst/>
                        </a:rPr>
                        <a:t>):void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setPublisher</a:t>
                      </a:r>
                      <a:r>
                        <a:rPr lang="en-US" sz="1400" dirty="0">
                          <a:effectLst/>
                        </a:rPr>
                        <a:t>(</a:t>
                      </a:r>
                      <a:r>
                        <a:rPr lang="en-US" sz="1400" dirty="0" err="1">
                          <a:effectLst/>
                        </a:rPr>
                        <a:t>pub:String</a:t>
                      </a:r>
                      <a:r>
                        <a:rPr lang="en-US" sz="1400" dirty="0">
                          <a:effectLst/>
                        </a:rPr>
                        <a:t>):void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getTitle</a:t>
                      </a:r>
                      <a:r>
                        <a:rPr lang="en-US" sz="1400" dirty="0">
                          <a:effectLst/>
                        </a:rPr>
                        <a:t>():String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getAuthor</a:t>
                      </a:r>
                      <a:r>
                        <a:rPr lang="en-US" sz="1400" dirty="0">
                          <a:effectLst/>
                        </a:rPr>
                        <a:t>():String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getPublisher</a:t>
                      </a:r>
                      <a:r>
                        <a:rPr lang="en-US" sz="1400" dirty="0">
                          <a:effectLst/>
                        </a:rPr>
                        <a:t>():String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toString</a:t>
                      </a:r>
                      <a:r>
                        <a:rPr lang="en-US" sz="1400" dirty="0">
                          <a:effectLst/>
                        </a:rPr>
                        <a:t>():String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87668472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2ABCD51-0732-F94A-97BB-2F4B4FC50E01}"/>
              </a:ext>
            </a:extLst>
          </p:cNvPr>
          <p:cNvCxnSpPr>
            <a:cxnSpLocks/>
          </p:cNvCxnSpPr>
          <p:nvPr/>
        </p:nvCxnSpPr>
        <p:spPr>
          <a:xfrm flipV="1">
            <a:off x="3328827" y="2948638"/>
            <a:ext cx="0" cy="873349"/>
          </a:xfrm>
          <a:prstGeom prst="line">
            <a:avLst/>
          </a:prstGeom>
          <a:ln w="53975">
            <a:solidFill>
              <a:srgbClr val="FF0000"/>
            </a:solidFill>
            <a:headEnd type="none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D571DD1-A609-1246-848E-4031D7374BB2}"/>
              </a:ext>
            </a:extLst>
          </p:cNvPr>
          <p:cNvCxnSpPr>
            <a:cxnSpLocks/>
          </p:cNvCxnSpPr>
          <p:nvPr/>
        </p:nvCxnSpPr>
        <p:spPr>
          <a:xfrm flipV="1">
            <a:off x="6371502" y="2948638"/>
            <a:ext cx="0" cy="861068"/>
          </a:xfrm>
          <a:prstGeom prst="line">
            <a:avLst/>
          </a:prstGeom>
          <a:ln w="53975">
            <a:solidFill>
              <a:srgbClr val="FF0000"/>
            </a:solidFill>
            <a:headEnd type="none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5747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218</Words>
  <Application>Microsoft Macintosh PowerPoint</Application>
  <PresentationFormat>Widescreen</PresentationFormat>
  <Paragraphs>38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Howard Rosenthal</dc:creator>
  <cp:lastModifiedBy>Howard Rosenthal</cp:lastModifiedBy>
  <cp:revision>22</cp:revision>
  <dcterms:created xsi:type="dcterms:W3CDTF">2019-10-21T00:46:31Z</dcterms:created>
  <dcterms:modified xsi:type="dcterms:W3CDTF">2021-03-10T01:44:49Z</dcterms:modified>
</cp:coreProperties>
</file>