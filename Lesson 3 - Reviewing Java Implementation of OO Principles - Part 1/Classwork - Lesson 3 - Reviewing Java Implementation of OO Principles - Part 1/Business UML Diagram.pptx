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</p:sldMasterIdLst>
  <p:sldIdLst>
    <p:sldId id="257" r:id="rId2"/>
  </p:sldIdLst>
  <p:sldSz cx="10972800" cy="9144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6327"/>
  </p:normalViewPr>
  <p:slideViewPr>
    <p:cSldViewPr snapToGrid="0" snapToObjects="1">
      <p:cViewPr varScale="1">
        <p:scale>
          <a:sx n="113" d="100"/>
          <a:sy n="113" d="100"/>
        </p:scale>
        <p:origin x="1400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1496484"/>
            <a:ext cx="9326880" cy="3183467"/>
          </a:xfrm>
        </p:spPr>
        <p:txBody>
          <a:bodyPr anchor="b"/>
          <a:lstStyle>
            <a:lvl1pPr algn="ctr"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4802717"/>
            <a:ext cx="8229600" cy="2207683"/>
          </a:xfrm>
        </p:spPr>
        <p:txBody>
          <a:bodyPr/>
          <a:lstStyle>
            <a:lvl1pPr marL="0" indent="0" algn="ctr">
              <a:buNone/>
              <a:defRPr sz="2880"/>
            </a:lvl1pPr>
            <a:lvl2pPr marL="548640" indent="0" algn="ctr">
              <a:buNone/>
              <a:defRPr sz="2400"/>
            </a:lvl2pPr>
            <a:lvl3pPr marL="1097280" indent="0" algn="ctr">
              <a:buNone/>
              <a:defRPr sz="2160"/>
            </a:lvl3pPr>
            <a:lvl4pPr marL="1645920" indent="0" algn="ctr">
              <a:buNone/>
              <a:defRPr sz="1920"/>
            </a:lvl4pPr>
            <a:lvl5pPr marL="2194560" indent="0" algn="ctr">
              <a:buNone/>
              <a:defRPr sz="1920"/>
            </a:lvl5pPr>
            <a:lvl6pPr marL="2743200" indent="0" algn="ctr">
              <a:buNone/>
              <a:defRPr sz="1920"/>
            </a:lvl6pPr>
            <a:lvl7pPr marL="3291840" indent="0" algn="ctr">
              <a:buNone/>
              <a:defRPr sz="1920"/>
            </a:lvl7pPr>
            <a:lvl8pPr marL="3840480" indent="0" algn="ctr">
              <a:buNone/>
              <a:defRPr sz="1920"/>
            </a:lvl8pPr>
            <a:lvl9pPr marL="4389120" indent="0" algn="ctr">
              <a:buNone/>
              <a:defRPr sz="192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4BE51F-C300-904E-8A99-4E998C9E4CF1}" type="datetimeFigureOut">
              <a:rPr lang="en-US" smtClean="0"/>
              <a:t>6/15/23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0176F1-7D77-8740-BF85-6D91DEA4F1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32512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4BE51F-C300-904E-8A99-4E998C9E4CF1}" type="datetimeFigureOut">
              <a:rPr lang="en-US" smtClean="0"/>
              <a:t>6/15/23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0176F1-7D77-8740-BF85-6D91DEA4F1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34028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8666" y="2279653"/>
            <a:ext cx="9464040" cy="3803649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8666" y="6119286"/>
            <a:ext cx="9464040" cy="2000249"/>
          </a:xfrm>
        </p:spPr>
        <p:txBody>
          <a:bodyPr/>
          <a:lstStyle>
            <a:lvl1pPr marL="0" indent="0">
              <a:buNone/>
              <a:defRPr sz="2880">
                <a:solidFill>
                  <a:schemeClr val="tx1"/>
                </a:solidFill>
              </a:defRPr>
            </a:lvl1pPr>
            <a:lvl2pPr marL="54864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4BE51F-C300-904E-8A99-4E998C9E4CF1}" type="datetimeFigureOut">
              <a:rPr lang="en-US" smtClean="0"/>
              <a:t>6/15/23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0176F1-7D77-8740-BF85-6D91DEA4F1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46830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54380" y="2434167"/>
            <a:ext cx="4663440" cy="5801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54980" y="2434167"/>
            <a:ext cx="4663440" cy="5801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4BE51F-C300-904E-8A99-4E998C9E4CF1}" type="datetimeFigureOut">
              <a:rPr lang="en-US" smtClean="0"/>
              <a:t>6/15/23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0176F1-7D77-8740-BF85-6D91DEA4F1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6828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5809" y="486836"/>
            <a:ext cx="9464040" cy="176741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5810" y="2241551"/>
            <a:ext cx="4642008" cy="1098549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55810" y="3340100"/>
            <a:ext cx="4642008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554981" y="2241551"/>
            <a:ext cx="4664869" cy="1098549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554981" y="3340100"/>
            <a:ext cx="4664869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4BE51F-C300-904E-8A99-4E998C9E4CF1}" type="datetimeFigureOut">
              <a:rPr lang="en-US" smtClean="0"/>
              <a:t>6/15/23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0176F1-7D77-8740-BF85-6D91DEA4F1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86544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4BE51F-C300-904E-8A99-4E998C9E4CF1}" type="datetimeFigureOut">
              <a:rPr lang="en-US" smtClean="0"/>
              <a:t>6/15/23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0176F1-7D77-8740-BF85-6D91DEA4F1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38800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4BE51F-C300-904E-8A99-4E998C9E4CF1}" type="datetimeFigureOut">
              <a:rPr lang="en-US" smtClean="0"/>
              <a:t>6/15/23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0176F1-7D77-8740-BF85-6D91DEA4F1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67154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5809" y="609600"/>
            <a:ext cx="3539014" cy="2133600"/>
          </a:xfrm>
        </p:spPr>
        <p:txBody>
          <a:bodyPr anchor="b"/>
          <a:lstStyle>
            <a:lvl1pPr>
              <a:defRPr sz="38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64869" y="1316569"/>
            <a:ext cx="5554980" cy="6498167"/>
          </a:xfrm>
        </p:spPr>
        <p:txBody>
          <a:bodyPr/>
          <a:lstStyle>
            <a:lvl1pPr>
              <a:defRPr sz="3840"/>
            </a:lvl1pPr>
            <a:lvl2pPr>
              <a:defRPr sz="3360"/>
            </a:lvl2pPr>
            <a:lvl3pPr>
              <a:defRPr sz="288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55809" y="2743200"/>
            <a:ext cx="3539014" cy="5082117"/>
          </a:xfr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4BE51F-C300-904E-8A99-4E998C9E4CF1}" type="datetimeFigureOut">
              <a:rPr lang="en-US" smtClean="0"/>
              <a:t>6/15/23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0176F1-7D77-8740-BF85-6D91DEA4F1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23459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5809" y="609600"/>
            <a:ext cx="3539014" cy="2133600"/>
          </a:xfrm>
        </p:spPr>
        <p:txBody>
          <a:bodyPr anchor="b"/>
          <a:lstStyle>
            <a:lvl1pPr>
              <a:defRPr sz="38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664869" y="1316569"/>
            <a:ext cx="5554980" cy="6498167"/>
          </a:xfrm>
        </p:spPr>
        <p:txBody>
          <a:bodyPr anchor="t"/>
          <a:lstStyle>
            <a:lvl1pPr marL="0" indent="0">
              <a:buNone/>
              <a:defRPr sz="3840"/>
            </a:lvl1pPr>
            <a:lvl2pPr marL="548640" indent="0">
              <a:buNone/>
              <a:defRPr sz="3360"/>
            </a:lvl2pPr>
            <a:lvl3pPr marL="1097280" indent="0">
              <a:buNone/>
              <a:defRPr sz="2880"/>
            </a:lvl3pPr>
            <a:lvl4pPr marL="1645920" indent="0">
              <a:buNone/>
              <a:defRPr sz="2400"/>
            </a:lvl4pPr>
            <a:lvl5pPr marL="2194560" indent="0">
              <a:buNone/>
              <a:defRPr sz="2400"/>
            </a:lvl5pPr>
            <a:lvl6pPr marL="2743200" indent="0">
              <a:buNone/>
              <a:defRPr sz="2400"/>
            </a:lvl6pPr>
            <a:lvl7pPr marL="3291840" indent="0">
              <a:buNone/>
              <a:defRPr sz="2400"/>
            </a:lvl7pPr>
            <a:lvl8pPr marL="3840480" indent="0">
              <a:buNone/>
              <a:defRPr sz="2400"/>
            </a:lvl8pPr>
            <a:lvl9pPr marL="4389120" indent="0">
              <a:buNone/>
              <a:defRPr sz="24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55809" y="2743200"/>
            <a:ext cx="3539014" cy="5082117"/>
          </a:xfr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4BE51F-C300-904E-8A99-4E998C9E4CF1}" type="datetimeFigureOut">
              <a:rPr lang="en-US" smtClean="0"/>
              <a:t>6/15/23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0176F1-7D77-8740-BF85-6D91DEA4F1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49601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4BE51F-C300-904E-8A99-4E998C9E4CF1}" type="datetimeFigureOut">
              <a:rPr lang="en-US" smtClean="0"/>
              <a:t>6/15/23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0176F1-7D77-8740-BF85-6D91DEA4F1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56283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852411" y="486834"/>
            <a:ext cx="2366010" cy="774911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54381" y="486834"/>
            <a:ext cx="6960870" cy="77491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4BE51F-C300-904E-8A99-4E998C9E4CF1}" type="datetimeFigureOut">
              <a:rPr lang="en-US" smtClean="0"/>
              <a:t>6/15/23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0176F1-7D77-8740-BF85-6D91DEA4F1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07869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54380" y="486836"/>
            <a:ext cx="9464040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4380" y="2434167"/>
            <a:ext cx="9464040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4380" y="8475136"/>
            <a:ext cx="246888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4BE51F-C300-904E-8A99-4E998C9E4CF1}" type="datetimeFigureOut">
              <a:rPr lang="en-US" smtClean="0"/>
              <a:t>6/15/23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34740" y="8475136"/>
            <a:ext cx="370332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49540" y="8475136"/>
            <a:ext cx="246888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0176F1-7D77-8740-BF85-6D91DEA4F1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96804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1097280" rtl="0" eaLnBrk="1" latinLnBrk="0" hangingPunct="1">
        <a:lnSpc>
          <a:spcPct val="90000"/>
        </a:lnSpc>
        <a:spcBef>
          <a:spcPct val="0"/>
        </a:spcBef>
        <a:buNone/>
        <a:defRPr sz="528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4320" indent="-274320" algn="l" defTabSz="109728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3360" kern="1200">
          <a:solidFill>
            <a:schemeClr val="tx1"/>
          </a:solidFill>
          <a:latin typeface="+mn-lt"/>
          <a:ea typeface="+mn-ea"/>
          <a:cs typeface="+mn-cs"/>
        </a:defRPr>
      </a:lvl1pPr>
      <a:lvl2pPr marL="8229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9202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46888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301752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5661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41148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6634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33E1F2D-34A2-F245-9EF3-9107C76524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7771962"/>
              </p:ext>
            </p:extLst>
          </p:nvPr>
        </p:nvGraphicFramePr>
        <p:xfrm>
          <a:off x="2435689" y="291345"/>
          <a:ext cx="6101425" cy="431949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6101425">
                  <a:extLst>
                    <a:ext uri="{9D8B030D-6E8A-4147-A177-3AD203B41FA5}">
                      <a16:colId xmlns:a16="http://schemas.microsoft.com/office/drawing/2014/main" val="1935755895"/>
                    </a:ext>
                  </a:extLst>
                </a:gridCol>
              </a:tblGrid>
              <a:tr h="217396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i="0" dirty="0">
                          <a:effectLst/>
                        </a:rPr>
                        <a:t>Employee</a:t>
                      </a:r>
                      <a:endParaRPr lang="en-US" sz="1400" i="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253078253"/>
                  </a:ext>
                </a:extLst>
              </a:tr>
              <a:tr h="107950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-</a:t>
                      </a:r>
                      <a:r>
                        <a:rPr lang="en-US" sz="1400" dirty="0" err="1">
                          <a:effectLst/>
                        </a:rPr>
                        <a:t>name:String</a:t>
                      </a:r>
                      <a:endParaRPr lang="en-US" sz="1400" dirty="0">
                        <a:effectLst/>
                      </a:endParaRP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-</a:t>
                      </a:r>
                      <a:r>
                        <a:rPr lang="en-US" sz="1400" dirty="0" err="1">
                          <a:effectLst/>
                        </a:rPr>
                        <a:t>title:String</a:t>
                      </a:r>
                      <a:endParaRPr lang="en-US" sz="1400" dirty="0">
                        <a:effectLst/>
                      </a:endParaRP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-</a:t>
                      </a:r>
                      <a:r>
                        <a:rPr lang="en-US" sz="1400" dirty="0" err="1">
                          <a:effectLst/>
                        </a:rPr>
                        <a:t>ID:int</a:t>
                      </a:r>
                      <a:endParaRPr lang="en-US" sz="1400" dirty="0">
                        <a:effectLst/>
                      </a:endParaRP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-</a:t>
                      </a:r>
                      <a:r>
                        <a:rPr lang="en-US" sz="1400" dirty="0" err="1">
                          <a:effectLst/>
                        </a:rPr>
                        <a:t>age:age</a:t>
                      </a:r>
                      <a:endParaRPr lang="en-US" sz="1400" dirty="0">
                        <a:effectLst/>
                      </a:endParaRP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-</a:t>
                      </a:r>
                      <a:r>
                        <a:rPr lang="en-US" sz="1400" dirty="0" err="1">
                          <a:effectLst/>
                        </a:rPr>
                        <a:t>salary:double</a:t>
                      </a:r>
                      <a:endParaRPr lang="en-US" sz="1400" dirty="0">
                        <a:effectLst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011262522"/>
                  </a:ext>
                </a:extLst>
              </a:tr>
              <a:tr h="302260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+</a:t>
                      </a:r>
                      <a:r>
                        <a:rPr lang="en-US" sz="1400" i="0" dirty="0">
                          <a:effectLst/>
                        </a:rPr>
                        <a:t>Employee </a:t>
                      </a:r>
                      <a:r>
                        <a:rPr lang="en-US" sz="1400" dirty="0">
                          <a:effectLst/>
                        </a:rPr>
                        <a:t>();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+</a:t>
                      </a:r>
                      <a:r>
                        <a:rPr lang="en-US" sz="1400" i="0" dirty="0">
                          <a:effectLst/>
                        </a:rPr>
                        <a:t>Employee </a:t>
                      </a:r>
                      <a:r>
                        <a:rPr lang="en-US" sz="1400" dirty="0">
                          <a:effectLst/>
                        </a:rPr>
                        <a:t>(</a:t>
                      </a:r>
                      <a:r>
                        <a:rPr lang="en-US" sz="1400" dirty="0" err="1">
                          <a:effectLst/>
                        </a:rPr>
                        <a:t>name:String</a:t>
                      </a:r>
                      <a:r>
                        <a:rPr lang="en-US" sz="1400" dirty="0">
                          <a:effectLst/>
                        </a:rPr>
                        <a:t>, </a:t>
                      </a:r>
                      <a:r>
                        <a:rPr lang="en-US" sz="1400" dirty="0" err="1">
                          <a:effectLst/>
                        </a:rPr>
                        <a:t>title:String</a:t>
                      </a:r>
                      <a:r>
                        <a:rPr lang="en-US" sz="1400" dirty="0">
                          <a:effectLst/>
                        </a:rPr>
                        <a:t>, </a:t>
                      </a:r>
                      <a:r>
                        <a:rPr lang="en-US" sz="1400" dirty="0" err="1">
                          <a:effectLst/>
                        </a:rPr>
                        <a:t>ID:int</a:t>
                      </a:r>
                      <a:r>
                        <a:rPr lang="en-US" sz="1400" dirty="0">
                          <a:effectLst/>
                        </a:rPr>
                        <a:t>, </a:t>
                      </a:r>
                      <a:r>
                        <a:rPr lang="en-US" sz="1400" dirty="0" err="1">
                          <a:effectLst/>
                        </a:rPr>
                        <a:t>age:int</a:t>
                      </a:r>
                      <a:r>
                        <a:rPr lang="en-US" sz="1400" dirty="0">
                          <a:effectLst/>
                        </a:rPr>
                        <a:t>, </a:t>
                      </a:r>
                      <a:r>
                        <a:rPr lang="en-US" sz="1400" dirty="0" err="1">
                          <a:effectLst/>
                        </a:rPr>
                        <a:t>salary:double</a:t>
                      </a:r>
                      <a:r>
                        <a:rPr lang="en-US" sz="1400" dirty="0">
                          <a:effectLst/>
                        </a:rPr>
                        <a:t>)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+</a:t>
                      </a:r>
                      <a:r>
                        <a:rPr lang="en-US" sz="1400" dirty="0" err="1">
                          <a:effectLst/>
                        </a:rPr>
                        <a:t>setName</a:t>
                      </a:r>
                      <a:r>
                        <a:rPr lang="en-US" sz="1400" dirty="0">
                          <a:effectLst/>
                        </a:rPr>
                        <a:t>(</a:t>
                      </a:r>
                      <a:r>
                        <a:rPr lang="en-US" sz="1400" dirty="0" err="1">
                          <a:effectLst/>
                        </a:rPr>
                        <a:t>name:String</a:t>
                      </a:r>
                      <a:r>
                        <a:rPr lang="en-US" sz="1400" dirty="0">
                          <a:effectLst/>
                        </a:rPr>
                        <a:t>):void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+</a:t>
                      </a:r>
                      <a:r>
                        <a:rPr lang="en-US" sz="1400" dirty="0" err="1">
                          <a:effectLst/>
                        </a:rPr>
                        <a:t>setTitle</a:t>
                      </a:r>
                      <a:r>
                        <a:rPr lang="en-US" sz="1400" dirty="0">
                          <a:effectLst/>
                        </a:rPr>
                        <a:t>(</a:t>
                      </a:r>
                      <a:r>
                        <a:rPr lang="en-US" sz="1400" dirty="0" err="1">
                          <a:effectLst/>
                        </a:rPr>
                        <a:t>title:String</a:t>
                      </a:r>
                      <a:r>
                        <a:rPr lang="en-US" sz="1400" dirty="0">
                          <a:effectLst/>
                        </a:rPr>
                        <a:t>):void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+</a:t>
                      </a:r>
                      <a:r>
                        <a:rPr lang="en-US" sz="1400" dirty="0" err="1">
                          <a:effectLst/>
                        </a:rPr>
                        <a:t>setID</a:t>
                      </a:r>
                      <a:r>
                        <a:rPr lang="en-US" sz="1400" dirty="0">
                          <a:effectLst/>
                        </a:rPr>
                        <a:t>(</a:t>
                      </a:r>
                      <a:r>
                        <a:rPr lang="en-US" sz="1400" dirty="0" err="1">
                          <a:effectLst/>
                        </a:rPr>
                        <a:t>ID:int</a:t>
                      </a:r>
                      <a:r>
                        <a:rPr lang="en-US" sz="1400" dirty="0">
                          <a:effectLst/>
                        </a:rPr>
                        <a:t>):void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+</a:t>
                      </a:r>
                      <a:r>
                        <a:rPr lang="en-US" sz="1400" dirty="0" err="1">
                          <a:effectLst/>
                        </a:rPr>
                        <a:t>setAge</a:t>
                      </a:r>
                      <a:r>
                        <a:rPr lang="en-US" sz="1400" dirty="0">
                          <a:effectLst/>
                        </a:rPr>
                        <a:t>(</a:t>
                      </a:r>
                      <a:r>
                        <a:rPr lang="en-US" sz="1400" dirty="0" err="1">
                          <a:effectLst/>
                        </a:rPr>
                        <a:t>age:int</a:t>
                      </a:r>
                      <a:r>
                        <a:rPr lang="en-US" sz="1400" dirty="0">
                          <a:effectLst/>
                        </a:rPr>
                        <a:t>):void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+</a:t>
                      </a:r>
                      <a:r>
                        <a:rPr lang="en-US" sz="1400" dirty="0" err="1">
                          <a:effectLst/>
                        </a:rPr>
                        <a:t>setSalary</a:t>
                      </a:r>
                      <a:r>
                        <a:rPr lang="en-US" sz="1400" dirty="0">
                          <a:effectLst/>
                        </a:rPr>
                        <a:t>(</a:t>
                      </a:r>
                      <a:r>
                        <a:rPr lang="en-US" sz="1400" dirty="0" err="1">
                          <a:effectLst/>
                        </a:rPr>
                        <a:t>salary:double</a:t>
                      </a:r>
                      <a:r>
                        <a:rPr lang="en-US" sz="1400" dirty="0">
                          <a:effectLst/>
                        </a:rPr>
                        <a:t>):void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+</a:t>
                      </a:r>
                      <a:r>
                        <a:rPr lang="en-US" sz="1400" dirty="0" err="1">
                          <a:effectLst/>
                        </a:rPr>
                        <a:t>changeSalary</a:t>
                      </a:r>
                      <a:r>
                        <a:rPr lang="en-US" sz="1400" dirty="0">
                          <a:effectLst/>
                        </a:rPr>
                        <a:t>(</a:t>
                      </a:r>
                      <a:r>
                        <a:rPr lang="en-US" sz="1400" dirty="0" err="1">
                          <a:effectLst/>
                        </a:rPr>
                        <a:t>percent:double</a:t>
                      </a:r>
                      <a:r>
                        <a:rPr lang="en-US" sz="1400" dirty="0">
                          <a:effectLst/>
                        </a:rPr>
                        <a:t>):void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+</a:t>
                      </a:r>
                      <a:r>
                        <a:rPr lang="en-US" sz="1400" dirty="0" err="1">
                          <a:effectLst/>
                        </a:rPr>
                        <a:t>getName</a:t>
                      </a:r>
                      <a:r>
                        <a:rPr lang="en-US" sz="1400" dirty="0">
                          <a:effectLst/>
                        </a:rPr>
                        <a:t>():String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+</a:t>
                      </a:r>
                      <a:r>
                        <a:rPr lang="en-US" sz="1400" dirty="0" err="1">
                          <a:effectLst/>
                        </a:rPr>
                        <a:t>getTitle</a:t>
                      </a:r>
                      <a:r>
                        <a:rPr lang="en-US" sz="1400" dirty="0">
                          <a:effectLst/>
                        </a:rPr>
                        <a:t>():String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+</a:t>
                      </a:r>
                      <a:r>
                        <a:rPr lang="en-US" sz="1400" dirty="0" err="1">
                          <a:effectLst/>
                        </a:rPr>
                        <a:t>getID</a:t>
                      </a:r>
                      <a:r>
                        <a:rPr lang="en-US" sz="1400" dirty="0">
                          <a:effectLst/>
                        </a:rPr>
                        <a:t>():int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+</a:t>
                      </a:r>
                      <a:r>
                        <a:rPr lang="en-US" sz="1400" dirty="0" err="1">
                          <a:effectLst/>
                        </a:rPr>
                        <a:t>getAge</a:t>
                      </a:r>
                      <a:r>
                        <a:rPr lang="en-US" sz="1400" dirty="0">
                          <a:effectLst/>
                        </a:rPr>
                        <a:t>():int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+</a:t>
                      </a:r>
                      <a:r>
                        <a:rPr lang="en-US" sz="1400" dirty="0" err="1">
                          <a:effectLst/>
                        </a:rPr>
                        <a:t>getSalary</a:t>
                      </a:r>
                      <a:r>
                        <a:rPr lang="en-US" sz="1400" dirty="0">
                          <a:effectLst/>
                        </a:rPr>
                        <a:t>():double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+</a:t>
                      </a:r>
                      <a:r>
                        <a:rPr lang="en-US" sz="1400" dirty="0" err="1">
                          <a:effectLst/>
                        </a:rPr>
                        <a:t>toString</a:t>
                      </a:r>
                      <a:r>
                        <a:rPr lang="en-US" sz="1400" dirty="0">
                          <a:effectLst/>
                        </a:rPr>
                        <a:t>():String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887668472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5B755E9-92E9-FF44-B79A-19CF514F61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6130725"/>
              </p:ext>
            </p:extLst>
          </p:nvPr>
        </p:nvGraphicFramePr>
        <p:xfrm>
          <a:off x="2435689" y="4975392"/>
          <a:ext cx="6200313" cy="164749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6200313">
                  <a:extLst>
                    <a:ext uri="{9D8B030D-6E8A-4147-A177-3AD203B41FA5}">
                      <a16:colId xmlns:a16="http://schemas.microsoft.com/office/drawing/2014/main" val="1935755895"/>
                    </a:ext>
                  </a:extLst>
                </a:gridCol>
              </a:tblGrid>
              <a:tr h="186984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i="0" dirty="0">
                          <a:effectLst/>
                        </a:rPr>
                        <a:t>Manager</a:t>
                      </a:r>
                      <a:endParaRPr lang="en-US" sz="1400" i="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253078253"/>
                  </a:ext>
                </a:extLst>
              </a:tr>
              <a:tr h="186984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u="none" dirty="0">
                          <a:effectLst/>
                        </a:rPr>
                        <a:t>-</a:t>
                      </a:r>
                      <a:r>
                        <a:rPr lang="en-US" sz="1400" u="none" dirty="0" err="1">
                          <a:effectLst/>
                        </a:rPr>
                        <a:t>managedEmployees:ArrayList</a:t>
                      </a:r>
                      <a:r>
                        <a:rPr lang="en-US" sz="1400" u="none" dirty="0">
                          <a:effectLst/>
                        </a:rPr>
                        <a:t>&lt;Employee&gt;</a:t>
                      </a:r>
                      <a:endParaRPr lang="en-US" sz="1400" u="sng" dirty="0">
                        <a:effectLst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011262522"/>
                  </a:ext>
                </a:extLst>
              </a:tr>
              <a:tr h="1220773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+</a:t>
                      </a:r>
                      <a:r>
                        <a:rPr lang="en-US" sz="1400" i="0" dirty="0">
                          <a:effectLst/>
                        </a:rPr>
                        <a:t>Manager </a:t>
                      </a:r>
                      <a:r>
                        <a:rPr lang="en-US" sz="1400" dirty="0">
                          <a:effectLst/>
                        </a:rPr>
                        <a:t>(</a:t>
                      </a:r>
                      <a:r>
                        <a:rPr lang="en-US" sz="1400" dirty="0" err="1">
                          <a:effectLst/>
                        </a:rPr>
                        <a:t>name:String</a:t>
                      </a:r>
                      <a:r>
                        <a:rPr lang="en-US" sz="1400" dirty="0">
                          <a:effectLst/>
                        </a:rPr>
                        <a:t>, </a:t>
                      </a:r>
                      <a:r>
                        <a:rPr lang="en-US" sz="1400" dirty="0" err="1">
                          <a:effectLst/>
                        </a:rPr>
                        <a:t>title:String</a:t>
                      </a:r>
                      <a:r>
                        <a:rPr lang="en-US" sz="1400" dirty="0">
                          <a:effectLst/>
                        </a:rPr>
                        <a:t>, </a:t>
                      </a:r>
                      <a:r>
                        <a:rPr lang="en-US" sz="1400" dirty="0" err="1">
                          <a:effectLst/>
                        </a:rPr>
                        <a:t>ID:int</a:t>
                      </a:r>
                      <a:r>
                        <a:rPr lang="en-US" sz="1400" dirty="0">
                          <a:effectLst/>
                        </a:rPr>
                        <a:t>, </a:t>
                      </a:r>
                      <a:r>
                        <a:rPr lang="en-US" sz="1400" dirty="0" err="1">
                          <a:effectLst/>
                        </a:rPr>
                        <a:t>age:int</a:t>
                      </a:r>
                      <a:r>
                        <a:rPr lang="en-US" sz="1400" dirty="0">
                          <a:effectLst/>
                        </a:rPr>
                        <a:t>, </a:t>
                      </a:r>
                      <a:r>
                        <a:rPr lang="en-US" sz="1400" dirty="0" err="1">
                          <a:effectLst/>
                        </a:rPr>
                        <a:t>salary:double</a:t>
                      </a:r>
                      <a:r>
                        <a:rPr lang="en-US" sz="1400" dirty="0">
                          <a:effectLst/>
                        </a:rPr>
                        <a:t>)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+</a:t>
                      </a:r>
                      <a:r>
                        <a:rPr lang="en-US" sz="1400" dirty="0" err="1">
                          <a:effectLst/>
                        </a:rPr>
                        <a:t>addManagedEmployee</a:t>
                      </a:r>
                      <a:r>
                        <a:rPr lang="en-US" sz="1400" dirty="0">
                          <a:effectLst/>
                        </a:rPr>
                        <a:t>(</a:t>
                      </a:r>
                      <a:r>
                        <a:rPr lang="en-US" sz="1400" dirty="0" err="1">
                          <a:effectLst/>
                        </a:rPr>
                        <a:t>emp:Employee</a:t>
                      </a:r>
                      <a:r>
                        <a:rPr lang="en-US" sz="1400" dirty="0">
                          <a:effectLst/>
                        </a:rPr>
                        <a:t>):void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+</a:t>
                      </a:r>
                      <a:r>
                        <a:rPr lang="en-US" sz="1400" dirty="0" err="1">
                          <a:effectLst/>
                        </a:rPr>
                        <a:t>getManagedEmployeesListSize</a:t>
                      </a:r>
                      <a:r>
                        <a:rPr lang="en-US" sz="1400" dirty="0">
                          <a:effectLst/>
                        </a:rPr>
                        <a:t>():int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+</a:t>
                      </a:r>
                      <a:r>
                        <a:rPr lang="en-US" sz="1400" dirty="0" err="1">
                          <a:effectLst/>
                        </a:rPr>
                        <a:t>getManagedEmployeeAtIndex</a:t>
                      </a:r>
                      <a:r>
                        <a:rPr lang="en-US" sz="1400" dirty="0">
                          <a:effectLst/>
                        </a:rPr>
                        <a:t>(</a:t>
                      </a:r>
                      <a:r>
                        <a:rPr lang="en-US" sz="1400" dirty="0" err="1">
                          <a:effectLst/>
                        </a:rPr>
                        <a:t>index:int</a:t>
                      </a:r>
                      <a:r>
                        <a:rPr lang="en-US" sz="1400" dirty="0">
                          <a:effectLst/>
                        </a:rPr>
                        <a:t> ):Employee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+</a:t>
                      </a:r>
                      <a:r>
                        <a:rPr lang="en-US" sz="1400" dirty="0" err="1">
                          <a:effectLst/>
                        </a:rPr>
                        <a:t>toString</a:t>
                      </a:r>
                      <a:r>
                        <a:rPr lang="en-US" sz="1400" dirty="0">
                          <a:effectLst/>
                        </a:rPr>
                        <a:t>():String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887668472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2EEA009-9041-574C-AA56-A8EFDFCC2A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3170625"/>
              </p:ext>
            </p:extLst>
          </p:nvPr>
        </p:nvGraphicFramePr>
        <p:xfrm>
          <a:off x="2435689" y="7037771"/>
          <a:ext cx="6200313" cy="166547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6200313">
                  <a:extLst>
                    <a:ext uri="{9D8B030D-6E8A-4147-A177-3AD203B41FA5}">
                      <a16:colId xmlns:a16="http://schemas.microsoft.com/office/drawing/2014/main" val="1935755895"/>
                    </a:ext>
                  </a:extLst>
                </a:gridCol>
              </a:tblGrid>
              <a:tr h="176965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i="0" dirty="0">
                          <a:effectLst/>
                        </a:rPr>
                        <a:t>Executive</a:t>
                      </a:r>
                      <a:endParaRPr lang="en-US" sz="1400" i="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253078253"/>
                  </a:ext>
                </a:extLst>
              </a:tr>
              <a:tr h="205089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u="none" dirty="0">
                          <a:effectLst/>
                        </a:rPr>
                        <a:t>-</a:t>
                      </a:r>
                      <a:r>
                        <a:rPr lang="en-US" sz="1400" u="none" dirty="0" err="1">
                          <a:effectLst/>
                        </a:rPr>
                        <a:t>totalComp:double</a:t>
                      </a:r>
                      <a:endParaRPr lang="en-US" sz="1400" u="none" dirty="0">
                        <a:effectLst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011262522"/>
                  </a:ext>
                </a:extLst>
              </a:tr>
              <a:tr h="1238755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+</a:t>
                      </a:r>
                      <a:r>
                        <a:rPr lang="en-US" sz="1400" i="0" dirty="0">
                          <a:effectLst/>
                        </a:rPr>
                        <a:t>Executive </a:t>
                      </a:r>
                      <a:r>
                        <a:rPr lang="en-US" sz="1400" dirty="0">
                          <a:effectLst/>
                        </a:rPr>
                        <a:t>(</a:t>
                      </a:r>
                      <a:r>
                        <a:rPr lang="en-US" sz="1400" dirty="0" err="1">
                          <a:effectLst/>
                        </a:rPr>
                        <a:t>name:String</a:t>
                      </a:r>
                      <a:r>
                        <a:rPr lang="en-US" sz="1400" dirty="0">
                          <a:effectLst/>
                        </a:rPr>
                        <a:t>, </a:t>
                      </a:r>
                      <a:r>
                        <a:rPr lang="en-US" sz="1400" dirty="0" err="1">
                          <a:effectLst/>
                        </a:rPr>
                        <a:t>title:String</a:t>
                      </a:r>
                      <a:r>
                        <a:rPr lang="en-US" sz="1400" dirty="0">
                          <a:effectLst/>
                        </a:rPr>
                        <a:t>, </a:t>
                      </a:r>
                      <a:r>
                        <a:rPr lang="en-US" sz="1400" dirty="0" err="1">
                          <a:effectLst/>
                        </a:rPr>
                        <a:t>ID:int</a:t>
                      </a:r>
                      <a:r>
                        <a:rPr lang="en-US" sz="1400" dirty="0">
                          <a:effectLst/>
                        </a:rPr>
                        <a:t>, </a:t>
                      </a:r>
                      <a:r>
                        <a:rPr lang="en-US" sz="1400" dirty="0" err="1">
                          <a:effectLst/>
                        </a:rPr>
                        <a:t>age:int</a:t>
                      </a:r>
                      <a:r>
                        <a:rPr lang="en-US" sz="1400" dirty="0">
                          <a:effectLst/>
                        </a:rPr>
                        <a:t>, </a:t>
                      </a:r>
                      <a:r>
                        <a:rPr lang="en-US" sz="1400" dirty="0" err="1">
                          <a:effectLst/>
                        </a:rPr>
                        <a:t>salary:double</a:t>
                      </a:r>
                      <a:r>
                        <a:rPr lang="en-US" sz="1400" dirty="0">
                          <a:effectLst/>
                        </a:rPr>
                        <a:t>)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+</a:t>
                      </a:r>
                      <a:r>
                        <a:rPr lang="en-US" sz="1400" dirty="0" err="1">
                          <a:effectLst/>
                        </a:rPr>
                        <a:t>setTotalComp</a:t>
                      </a:r>
                      <a:r>
                        <a:rPr lang="en-US" sz="1400" dirty="0">
                          <a:effectLst/>
                        </a:rPr>
                        <a:t>(</a:t>
                      </a:r>
                      <a:r>
                        <a:rPr lang="en-US" sz="1400" dirty="0" err="1">
                          <a:effectLst/>
                        </a:rPr>
                        <a:t>compProfit</a:t>
                      </a:r>
                      <a:r>
                        <a:rPr lang="en-US" sz="1400" dirty="0">
                          <a:effectLst/>
                        </a:rPr>
                        <a:t>: double, </a:t>
                      </a:r>
                      <a:r>
                        <a:rPr lang="en-US" sz="1400" dirty="0" err="1">
                          <a:effectLst/>
                        </a:rPr>
                        <a:t>percentBonus:double</a:t>
                      </a:r>
                      <a:r>
                        <a:rPr lang="en-US" sz="1400" dirty="0">
                          <a:effectLst/>
                        </a:rPr>
                        <a:t>):void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+</a:t>
                      </a:r>
                      <a:r>
                        <a:rPr lang="en-US" sz="1400" dirty="0" err="1">
                          <a:effectLst/>
                        </a:rPr>
                        <a:t>getTotalComp</a:t>
                      </a:r>
                      <a:r>
                        <a:rPr lang="en-US" sz="1400" dirty="0">
                          <a:effectLst/>
                        </a:rPr>
                        <a:t>():double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+</a:t>
                      </a:r>
                      <a:r>
                        <a:rPr lang="en-US" sz="1400" dirty="0" err="1">
                          <a:effectLst/>
                        </a:rPr>
                        <a:t>toString</a:t>
                      </a:r>
                      <a:r>
                        <a:rPr lang="en-US" sz="1400" dirty="0">
                          <a:effectLst/>
                        </a:rPr>
                        <a:t>():String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887668472"/>
                  </a:ext>
                </a:extLst>
              </a:tr>
            </a:tbl>
          </a:graphicData>
        </a:graphic>
      </p:graphicFrame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2ABCD51-0732-F94A-97BB-2F4B4FC50E01}"/>
              </a:ext>
            </a:extLst>
          </p:cNvPr>
          <p:cNvCxnSpPr>
            <a:cxnSpLocks/>
          </p:cNvCxnSpPr>
          <p:nvPr/>
        </p:nvCxnSpPr>
        <p:spPr>
          <a:xfrm flipV="1">
            <a:off x="5506640" y="4537844"/>
            <a:ext cx="0" cy="437549"/>
          </a:xfrm>
          <a:prstGeom prst="line">
            <a:avLst/>
          </a:prstGeom>
          <a:ln w="53975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D571DD1-A609-1246-848E-4031D7374BB2}"/>
              </a:ext>
            </a:extLst>
          </p:cNvPr>
          <p:cNvCxnSpPr>
            <a:cxnSpLocks/>
          </p:cNvCxnSpPr>
          <p:nvPr/>
        </p:nvCxnSpPr>
        <p:spPr>
          <a:xfrm flipV="1">
            <a:off x="5497689" y="6622885"/>
            <a:ext cx="0" cy="364937"/>
          </a:xfrm>
          <a:prstGeom prst="line">
            <a:avLst/>
          </a:prstGeom>
          <a:ln w="53975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557479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174</TotalTime>
  <Words>222</Words>
  <Application>Microsoft Macintosh PowerPoint</Application>
  <PresentationFormat>Custom</PresentationFormat>
  <Paragraphs>33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Cambria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Howard Rosenthal</dc:creator>
  <cp:lastModifiedBy>Howard Rosenthal</cp:lastModifiedBy>
  <cp:revision>20</cp:revision>
  <dcterms:created xsi:type="dcterms:W3CDTF">2019-10-21T00:46:31Z</dcterms:created>
  <dcterms:modified xsi:type="dcterms:W3CDTF">2023-06-15T21:02:18Z</dcterms:modified>
</cp:coreProperties>
</file>