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9EA0491-FB3F-4A2C-A664-E7487A05E7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704E7E7-B6EC-463E-907E-E0E78D5248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000" cy="115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48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000" cy="468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2F2ACC3-9273-4A6F-BD1C-4209FD2CB6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240" cy="56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240" cy="802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5B528B-D35D-4776-A88D-1F6E19961D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240" cy="1467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E2E5CC3-283C-4F59-9883-29713CDAEE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09D0E80-2496-4E21-905A-CC91F2481B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24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776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172692B-390F-47E7-AF4F-B9C78B0021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E129453-D5F7-49A5-94A9-C13FB74A7B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240" cy="136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24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F1FA44-1875-4643-A495-310DDB617B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3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320" cy="452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590D7CB-5E3A-4A7F-B00D-40AD05B5B0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12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12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560" cy="63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560" cy="39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8B58529-D644-47BF-A96A-0BBEEDA524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274320" y="73080"/>
            <a:ext cx="1161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SolarSystem UML Diagram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ectangle 2"/>
          <p:cNvSpPr/>
          <p:nvPr/>
        </p:nvSpPr>
        <p:spPr>
          <a:xfrm>
            <a:off x="4160520" y="502920"/>
            <a:ext cx="3884040" cy="1872360"/>
          </a:xfrm>
          <a:prstGeom prst="rect">
            <a:avLst/>
          </a:prstGeom>
          <a:noFill/>
          <a:ln w="1651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61" name="Connector 3"/>
          <p:cNvCxnSpPr/>
          <p:nvPr/>
        </p:nvCxnSpPr>
        <p:spPr>
          <a:xfrm>
            <a:off x="4160520" y="831960"/>
            <a:ext cx="388836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cxnSp>
        <p:nvCxnSpPr>
          <p:cNvPr id="62" name="Connector 4"/>
          <p:cNvCxnSpPr/>
          <p:nvPr/>
        </p:nvCxnSpPr>
        <p:spPr>
          <a:xfrm>
            <a:off x="4160520" y="1426320"/>
            <a:ext cx="388836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63" name="TextBox 5"/>
          <p:cNvSpPr/>
          <p:nvPr/>
        </p:nvSpPr>
        <p:spPr>
          <a:xfrm>
            <a:off x="4197240" y="516600"/>
            <a:ext cx="38109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SolarSystem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4215240" y="855000"/>
            <a:ext cx="377424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-solSystemName:String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-sol:Sun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-planetList:ArrayList&lt;Planet&gt;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4215240" y="1449360"/>
            <a:ext cx="3774240" cy="9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+SolarSystem()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+SolarSystem(solSystemName:String, sunName:String)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+setSolSystemName(solSystemName:String):void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+getSolSystemName():String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+createPlanets():void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+getNumPlanets():int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+getPlanet(index:int):Planet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8"/>
          <p:cNvSpPr/>
          <p:nvPr/>
        </p:nvSpPr>
        <p:spPr>
          <a:xfrm>
            <a:off x="594360" y="2926080"/>
            <a:ext cx="3746880" cy="2238120"/>
          </a:xfrm>
          <a:prstGeom prst="rect">
            <a:avLst/>
          </a:prstGeom>
          <a:noFill/>
          <a:ln w="1651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67" name="Connector 9"/>
          <p:cNvCxnSpPr/>
          <p:nvPr/>
        </p:nvCxnSpPr>
        <p:spPr>
          <a:xfrm>
            <a:off x="594360" y="3255120"/>
            <a:ext cx="375120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cxnSp>
        <p:nvCxnSpPr>
          <p:cNvPr id="68" name="Connector 10"/>
          <p:cNvCxnSpPr/>
          <p:nvPr/>
        </p:nvCxnSpPr>
        <p:spPr>
          <a:xfrm>
            <a:off x="594360" y="3849480"/>
            <a:ext cx="375120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69" name="TextBox 11"/>
          <p:cNvSpPr/>
          <p:nvPr/>
        </p:nvSpPr>
        <p:spPr>
          <a:xfrm>
            <a:off x="631080" y="2939760"/>
            <a:ext cx="367380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649080" y="3278160"/>
            <a:ext cx="3637080" cy="55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-sunName:String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-sunAge:int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-randy:Random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3"/>
          <p:cNvSpPr/>
          <p:nvPr/>
        </p:nvSpPr>
        <p:spPr>
          <a:xfrm>
            <a:off x="649080" y="3872520"/>
            <a:ext cx="363708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+Sun()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+Sun(sunName:String)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+setSunName(sunName:String):void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+setSunAge(sunAge:int):void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+getSunName():String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+getSunAge():int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4"/>
          <p:cNvSpPr/>
          <p:nvPr/>
        </p:nvSpPr>
        <p:spPr>
          <a:xfrm>
            <a:off x="6720840" y="2788920"/>
            <a:ext cx="4798440" cy="2512440"/>
          </a:xfrm>
          <a:prstGeom prst="rect">
            <a:avLst/>
          </a:prstGeom>
          <a:noFill/>
          <a:ln w="1651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3" name="Connector 15"/>
          <p:cNvCxnSpPr/>
          <p:nvPr/>
        </p:nvCxnSpPr>
        <p:spPr>
          <a:xfrm>
            <a:off x="6720840" y="3117960"/>
            <a:ext cx="480276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cxnSp>
        <p:nvCxnSpPr>
          <p:cNvPr id="74" name="Connector 16"/>
          <p:cNvCxnSpPr/>
          <p:nvPr/>
        </p:nvCxnSpPr>
        <p:spPr>
          <a:xfrm>
            <a:off x="6720840" y="3886200"/>
            <a:ext cx="480276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75" name="TextBox 17"/>
          <p:cNvSpPr/>
          <p:nvPr/>
        </p:nvSpPr>
        <p:spPr>
          <a:xfrm>
            <a:off x="6757560" y="2802600"/>
            <a:ext cx="47253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Planet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8"/>
          <p:cNvSpPr/>
          <p:nvPr/>
        </p:nvSpPr>
        <p:spPr>
          <a:xfrm>
            <a:off x="6775560" y="3141000"/>
            <a:ext cx="468864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-randyPlanet:Random {static}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-planetName:String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-planetTons:int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-moonsList:ArrayList&lt;Moon&gt;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6775560" y="3909240"/>
            <a:ext cx="4688640" cy="137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+Planet()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+Planet(planetName:String)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+setPlanetName(planetName:String):void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+setPlanetTons(planetTons:int):void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+getPlanetName():String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+getPlanetTons():int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+createMoons(numMoons:int):void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+getMoonsList():ArrayList&lt;Moon&gt;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+equals(object2:Object):boolean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0"/>
          <p:cNvSpPr/>
          <p:nvPr/>
        </p:nvSpPr>
        <p:spPr>
          <a:xfrm>
            <a:off x="4114800" y="5551200"/>
            <a:ext cx="2969640" cy="1076760"/>
          </a:xfrm>
          <a:prstGeom prst="rect">
            <a:avLst/>
          </a:prstGeom>
          <a:noFill/>
          <a:ln w="1651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9" name="Connector 21"/>
          <p:cNvCxnSpPr/>
          <p:nvPr/>
        </p:nvCxnSpPr>
        <p:spPr>
          <a:xfrm>
            <a:off x="4114800" y="5796720"/>
            <a:ext cx="2973960" cy="2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80" name="TextBox 23"/>
          <p:cNvSpPr/>
          <p:nvPr/>
        </p:nvSpPr>
        <p:spPr>
          <a:xfrm>
            <a:off x="4188600" y="5486400"/>
            <a:ext cx="2896560" cy="30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4"/>
          <p:cNvSpPr/>
          <p:nvPr/>
        </p:nvSpPr>
        <p:spPr>
          <a:xfrm>
            <a:off x="4169160" y="5797080"/>
            <a:ext cx="113868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-moonName:String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5"/>
          <p:cNvSpPr/>
          <p:nvPr/>
        </p:nvSpPr>
        <p:spPr>
          <a:xfrm>
            <a:off x="4114800" y="6015600"/>
            <a:ext cx="2859840" cy="2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+Moon(moonName:String)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+setMoonName(moonName:String):void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+getMoonName():String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26"/>
          <p:cNvCxnSpPr/>
          <p:nvPr/>
        </p:nvCxnSpPr>
        <p:spPr>
          <a:xfrm>
            <a:off x="6103440" y="2377440"/>
            <a:ext cx="2160" cy="21240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cxnSp>
        <p:nvCxnSpPr>
          <p:cNvPr id="84" name="Connector 27"/>
          <p:cNvCxnSpPr/>
          <p:nvPr/>
        </p:nvCxnSpPr>
        <p:spPr>
          <a:xfrm>
            <a:off x="2468880" y="2587680"/>
            <a:ext cx="6658920" cy="216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cxnSp>
        <p:nvCxnSpPr>
          <p:cNvPr id="85" name="Connector 28"/>
          <p:cNvCxnSpPr/>
          <p:nvPr/>
        </p:nvCxnSpPr>
        <p:spPr>
          <a:xfrm>
            <a:off x="2468880" y="2587680"/>
            <a:ext cx="2160" cy="34056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cxnSp>
        <p:nvCxnSpPr>
          <p:cNvPr id="86" name="Connector 29"/>
          <p:cNvCxnSpPr/>
          <p:nvPr/>
        </p:nvCxnSpPr>
        <p:spPr>
          <a:xfrm>
            <a:off x="9125640" y="2587680"/>
            <a:ext cx="2160" cy="20340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sp>
        <p:nvSpPr>
          <p:cNvPr id="87" name="Diamond 30"/>
          <p:cNvSpPr/>
          <p:nvPr/>
        </p:nvSpPr>
        <p:spPr>
          <a:xfrm>
            <a:off x="6003000" y="2313360"/>
            <a:ext cx="199080" cy="199080"/>
          </a:xfrm>
          <a:prstGeom prst="diamond">
            <a:avLst/>
          </a:prstGeom>
          <a:noFill/>
          <a:ln w="1524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8" name="Connector 33"/>
          <p:cNvCxnSpPr/>
          <p:nvPr/>
        </p:nvCxnSpPr>
        <p:spPr>
          <a:xfrm>
            <a:off x="9125640" y="5303520"/>
            <a:ext cx="2160" cy="27648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sp>
        <p:nvSpPr>
          <p:cNvPr id="89" name="Diamond 34"/>
          <p:cNvSpPr/>
          <p:nvPr/>
        </p:nvSpPr>
        <p:spPr>
          <a:xfrm>
            <a:off x="9025200" y="5239440"/>
            <a:ext cx="199080" cy="199080"/>
          </a:xfrm>
          <a:prstGeom prst="diamond">
            <a:avLst/>
          </a:prstGeom>
          <a:noFill/>
          <a:ln w="1524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0" name="Connector 1"/>
          <p:cNvCxnSpPr>
            <a:endCxn id="88" idx="1"/>
          </p:cNvCxnSpPr>
          <p:nvPr/>
        </p:nvCxnSpPr>
        <p:spPr>
          <a:xfrm>
            <a:off x="9126720" y="5578200"/>
            <a:ext cx="1080" cy="180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cxnSp>
        <p:nvCxnSpPr>
          <p:cNvPr id="91" name="Connector 2"/>
          <p:cNvCxnSpPr>
            <a:stCxn id="90" idx="3"/>
            <a:endCxn id="78" idx="3"/>
          </p:cNvCxnSpPr>
          <p:nvPr/>
        </p:nvCxnSpPr>
        <p:spPr>
          <a:xfrm flipH="1">
            <a:off x="7084440" y="5578920"/>
            <a:ext cx="2043000" cy="51120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cxnSp>
        <p:nvCxnSpPr>
          <p:cNvPr id="92" name="Connector 6"/>
          <p:cNvCxnSpPr>
            <a:stCxn id="78" idx="1"/>
          </p:cNvCxnSpPr>
          <p:nvPr/>
        </p:nvCxnSpPr>
        <p:spPr>
          <a:xfrm flipV="1">
            <a:off x="4114800" y="6015600"/>
            <a:ext cx="720" cy="74520"/>
          </a:xfrm>
          <a:prstGeom prst="straightConnector1">
            <a:avLst/>
          </a:prstGeom>
          <a:ln w="15875">
            <a:solidFill>
              <a:srgbClr val="000000"/>
            </a:solidFill>
            <a:round/>
          </a:ln>
        </p:spPr>
      </p:cxnSp>
      <p:sp>
        <p:nvSpPr>
          <p:cNvPr id="93" name="Rectangle 1"/>
          <p:cNvSpPr/>
          <p:nvPr/>
        </p:nvSpPr>
        <p:spPr>
          <a:xfrm>
            <a:off x="4114800" y="5787000"/>
            <a:ext cx="2969640" cy="228600"/>
          </a:xfrm>
          <a:prstGeom prst="rect">
            <a:avLst/>
          </a:prstGeom>
          <a:noFill/>
          <a:ln w="1651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LibreOffice/26.8.0.3$Linux_X86_64 LibreOffice_project/e34ffb33db0c92181c79084d759a90d6bf45d9b3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2026-10-04T15:31:03Z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