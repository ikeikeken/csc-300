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8080" cy="14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68FADA-627B-4CA7-9B03-FCC259D5D1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28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5280" cy="452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6B4B55-B57C-44F1-9EA6-BD67857F8A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3080" cy="584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5600" cy="584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03B59BC-1056-4026-BE49-D42DA07B05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28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5280" cy="452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17AC44-EA73-49C2-A077-43B3FBECC7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8080" cy="13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8080" cy="149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5C6174E-09C8-41C3-BA87-1D8DB2CFA9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28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4160" cy="452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4160" cy="452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4D3F66-BCE2-446C-8B99-18ADA7F86A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28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5960" cy="63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5960" cy="394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7400" cy="63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7400" cy="394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A9152C6-971D-48CD-83B0-F269BCB90B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5280" cy="113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0D11560-22EC-4327-9CBF-CF9B320035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87BA7B-5149-41F5-AECA-D10C0916B4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3840" cy="115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732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3840" cy="468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ED90071-FBF4-4005-8667-E5621F95AD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2080" cy="56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2080" cy="411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2080" cy="80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54B51C-4EB4-4B3B-8F96-CCF187805A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274320" y="73080"/>
            <a:ext cx="116085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SolarSystem UML Diagram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4160520" y="502920"/>
            <a:ext cx="3881880" cy="1870200"/>
          </a:xfrm>
          <a:prstGeom prst="rect">
            <a:avLst/>
          </a:prstGeom>
          <a:noFill/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61" name="Connector 3"/>
          <p:cNvCxnSpPr/>
          <p:nvPr/>
        </p:nvCxnSpPr>
        <p:spPr>
          <a:xfrm>
            <a:off x="4160520" y="831960"/>
            <a:ext cx="389052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2" name="Connector 4"/>
          <p:cNvCxnSpPr/>
          <p:nvPr/>
        </p:nvCxnSpPr>
        <p:spPr>
          <a:xfrm>
            <a:off x="4160520" y="1426320"/>
            <a:ext cx="389052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63" name="TextBox 5"/>
          <p:cNvSpPr/>
          <p:nvPr/>
        </p:nvSpPr>
        <p:spPr>
          <a:xfrm>
            <a:off x="4197240" y="516600"/>
            <a:ext cx="38088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SolarSystem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4215240" y="855000"/>
            <a:ext cx="37720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-solSystemName:String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-sol:Sun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-planetList:ArrayList&lt;Planet&gt;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4215240" y="1449360"/>
            <a:ext cx="3772080" cy="9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+SolarSystem()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+SolarSystem(solSystemName:String, sunName:String)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+setSolSystemName(solSystemName:String):void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+getSolSystemName():String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+createPlanets():void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+getNumPlanets():int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+getPlanet(index:int):Planet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594360" y="2926080"/>
            <a:ext cx="3744720" cy="2235960"/>
          </a:xfrm>
          <a:prstGeom prst="rect">
            <a:avLst/>
          </a:prstGeom>
          <a:noFill/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67" name="Connector 9"/>
          <p:cNvCxnSpPr/>
          <p:nvPr/>
        </p:nvCxnSpPr>
        <p:spPr>
          <a:xfrm>
            <a:off x="594360" y="3255120"/>
            <a:ext cx="375336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68" name="Connector 10"/>
          <p:cNvCxnSpPr/>
          <p:nvPr/>
        </p:nvCxnSpPr>
        <p:spPr>
          <a:xfrm>
            <a:off x="594360" y="3849480"/>
            <a:ext cx="375336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69" name="TextBox 11"/>
          <p:cNvSpPr/>
          <p:nvPr/>
        </p:nvSpPr>
        <p:spPr>
          <a:xfrm>
            <a:off x="631080" y="2939760"/>
            <a:ext cx="3671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649080" y="3278160"/>
            <a:ext cx="363492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-sunName:String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-sunAge:int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-randy:Random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649080" y="3872520"/>
            <a:ext cx="3634920" cy="12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+Sun()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+Sun(sunName:String)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+setSunName(sunName:String):void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+setSunAge(sunAge:int):void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+getSunName():String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+getSunAge():int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4"/>
          <p:cNvSpPr/>
          <p:nvPr/>
        </p:nvSpPr>
        <p:spPr>
          <a:xfrm>
            <a:off x="6720840" y="2892960"/>
            <a:ext cx="4796280" cy="2406240"/>
          </a:xfrm>
          <a:prstGeom prst="rect">
            <a:avLst/>
          </a:prstGeom>
          <a:noFill/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3" name="Connector 15"/>
          <p:cNvCxnSpPr/>
          <p:nvPr/>
        </p:nvCxnSpPr>
        <p:spPr>
          <a:xfrm>
            <a:off x="6720840" y="3117960"/>
            <a:ext cx="480492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cxnSp>
        <p:nvCxnSpPr>
          <p:cNvPr id="74" name="Connector 16"/>
          <p:cNvCxnSpPr/>
          <p:nvPr/>
        </p:nvCxnSpPr>
        <p:spPr>
          <a:xfrm>
            <a:off x="6720840" y="3886200"/>
            <a:ext cx="480492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75" name="TextBox 17"/>
          <p:cNvSpPr/>
          <p:nvPr/>
        </p:nvSpPr>
        <p:spPr>
          <a:xfrm>
            <a:off x="6731640" y="2892960"/>
            <a:ext cx="47232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Planet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6775560" y="3141000"/>
            <a:ext cx="4686480" cy="7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-randyPlanet:Random {static}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-planetName:String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-planetTons:int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-moonsList:ArrayList&lt;Moon&gt;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6775560" y="3909240"/>
            <a:ext cx="4686480" cy="13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+Planet()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+Planet(planetName:String)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+setPlanetName(planetName:String):void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+setPlanetTons(planetTons:int):void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+getPlanetName():String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+getPlanetTons():int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+createMoons(numMoons:int):void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+getMoonsList():ArrayList&lt;Moon&gt;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+equals(object2:Object):boolean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20"/>
          <p:cNvSpPr/>
          <p:nvPr/>
        </p:nvSpPr>
        <p:spPr>
          <a:xfrm>
            <a:off x="4114800" y="5551200"/>
            <a:ext cx="2967480" cy="1074600"/>
          </a:xfrm>
          <a:prstGeom prst="rect">
            <a:avLst/>
          </a:prstGeom>
          <a:noFill/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9" name="Connector 21"/>
          <p:cNvCxnSpPr/>
          <p:nvPr/>
        </p:nvCxnSpPr>
        <p:spPr>
          <a:xfrm>
            <a:off x="4114800" y="5796720"/>
            <a:ext cx="2976120" cy="43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80" name="TextBox 23"/>
          <p:cNvSpPr/>
          <p:nvPr/>
        </p:nvSpPr>
        <p:spPr>
          <a:xfrm>
            <a:off x="4188600" y="5486400"/>
            <a:ext cx="2894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4"/>
          <p:cNvSpPr/>
          <p:nvPr/>
        </p:nvSpPr>
        <p:spPr>
          <a:xfrm>
            <a:off x="4169160" y="5797080"/>
            <a:ext cx="11386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-moonName:String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5"/>
          <p:cNvSpPr/>
          <p:nvPr/>
        </p:nvSpPr>
        <p:spPr>
          <a:xfrm>
            <a:off x="4114800" y="6015600"/>
            <a:ext cx="285768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+Moon(moonName:String)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+setMoonName(moonName:String):void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+getMoonName():String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+toString():String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Connector 26"/>
          <p:cNvCxnSpPr/>
          <p:nvPr/>
        </p:nvCxnSpPr>
        <p:spPr>
          <a:xfrm>
            <a:off x="6101280" y="2379600"/>
            <a:ext cx="4320" cy="36576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  <p:cxnSp>
        <p:nvCxnSpPr>
          <p:cNvPr id="84" name="Connector 27"/>
          <p:cNvCxnSpPr/>
          <p:nvPr/>
        </p:nvCxnSpPr>
        <p:spPr>
          <a:xfrm>
            <a:off x="2467080" y="2736000"/>
            <a:ext cx="6708600" cy="936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  <p:cxnSp>
        <p:nvCxnSpPr>
          <p:cNvPr id="85" name="Connector 28"/>
          <p:cNvCxnSpPr>
            <a:stCxn id="84" idx="2"/>
          </p:cNvCxnSpPr>
          <p:nvPr/>
        </p:nvCxnSpPr>
        <p:spPr>
          <a:xfrm>
            <a:off x="2467080" y="2736000"/>
            <a:ext cx="6120" cy="19440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  <p:cxnSp>
        <p:nvCxnSpPr>
          <p:cNvPr id="86" name="Connector 29"/>
          <p:cNvCxnSpPr>
            <a:stCxn id="84" idx="1"/>
          </p:cNvCxnSpPr>
          <p:nvPr/>
        </p:nvCxnSpPr>
        <p:spPr>
          <a:xfrm flipH="1">
            <a:off x="9144000" y="2745000"/>
            <a:ext cx="31680" cy="15012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  <p:sp>
        <p:nvSpPr>
          <p:cNvPr id="87" name="Diamond 30"/>
          <p:cNvSpPr/>
          <p:nvPr/>
        </p:nvSpPr>
        <p:spPr>
          <a:xfrm>
            <a:off x="6003000" y="2374920"/>
            <a:ext cx="196920" cy="137880"/>
          </a:xfrm>
          <a:prstGeom prst="diamond">
            <a:avLst/>
          </a:prstGeom>
          <a:noFill/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4840" rIns="90000" bIns="248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Diamond 34"/>
          <p:cNvSpPr/>
          <p:nvPr/>
        </p:nvSpPr>
        <p:spPr>
          <a:xfrm>
            <a:off x="9025200" y="5287680"/>
            <a:ext cx="196920" cy="288720"/>
          </a:xfrm>
          <a:prstGeom prst="diamond">
            <a:avLst/>
          </a:prstGeom>
          <a:noFill/>
          <a:ln w="1524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9" name="Connector 2"/>
          <p:cNvCxnSpPr>
            <a:endCxn id="78" idx="3"/>
          </p:cNvCxnSpPr>
          <p:nvPr/>
        </p:nvCxnSpPr>
        <p:spPr>
          <a:xfrm flipH="1">
            <a:off x="7082280" y="6044400"/>
            <a:ext cx="2040840" cy="4464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  <p:cxnSp>
        <p:nvCxnSpPr>
          <p:cNvPr id="90" name="Connector 6"/>
          <p:cNvCxnSpPr>
            <a:stCxn id="78" idx="1"/>
          </p:cNvCxnSpPr>
          <p:nvPr/>
        </p:nvCxnSpPr>
        <p:spPr>
          <a:xfrm flipV="1">
            <a:off x="4114800" y="6015600"/>
            <a:ext cx="2880" cy="7344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  <p:sp>
        <p:nvSpPr>
          <p:cNvPr id="91" name="Rectangle 1"/>
          <p:cNvSpPr/>
          <p:nvPr/>
        </p:nvSpPr>
        <p:spPr>
          <a:xfrm>
            <a:off x="4114800" y="5787000"/>
            <a:ext cx="2967480" cy="226440"/>
          </a:xfrm>
          <a:prstGeom prst="rect">
            <a:avLst/>
          </a:prstGeom>
          <a:noFill/>
          <a:ln w="1651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2" name="Connector 1"/>
          <p:cNvCxnSpPr>
            <a:endCxn id="89" idx="2"/>
          </p:cNvCxnSpPr>
          <p:nvPr/>
        </p:nvCxnSpPr>
        <p:spPr>
          <a:xfrm flipH="1">
            <a:off x="9122760" y="5287680"/>
            <a:ext cx="18360" cy="757080"/>
          </a:xfrm>
          <a:prstGeom prst="straightConnector1">
            <a:avLst/>
          </a:prstGeom>
          <a:ln w="15875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LibreOffice/26.8.0.3$Linux_X86_64 LibreOffice_project/e34ffb33db0c92181c79084d759a90d6bf45d9b3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2026-10-04T16:47:09Z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