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9144000" cy="123444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9880" cy="1359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9880" cy="1497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1BBBCAC8-2C2A-497C-A025-5D215B0D331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7080" cy="1140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5960" cy="452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5960" cy="452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8B0B742B-3686-427C-8810-DB78D127D1C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7080" cy="1140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7760" cy="63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7760" cy="3948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9200" cy="63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9200" cy="3948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6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7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8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8699A86-2AED-438F-ACCA-226E9E65719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7080" cy="1140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E565A777-017C-48B8-8768-78AD2328F52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58427A23-F87B-4AB8-835F-45F7C477689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5640" cy="1159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9120" cy="5850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5640" cy="4688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AC1E2C8B-C4B3-49D2-9A89-466BDE09E42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3880" cy="564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pic"/>
          </p:nvPr>
        </p:nvSpPr>
        <p:spPr>
          <a:xfrm>
            <a:off x="1792440" y="612720"/>
            <a:ext cx="5483880" cy="41122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3880" cy="80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DDC52C23-8DFA-454F-87E4-C00E775A728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9880" cy="1467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8DEF0779-7050-4AEF-AE4E-0C3F13ECD93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7080" cy="1140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7080" cy="452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5404CF86-E48D-40D7-989C-6BD9464FAFC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4880" cy="584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7400" cy="584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33E7FC5B-5B5A-4710-9D41-F69355AD3BE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7080" cy="1140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7080" cy="4523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3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4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5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pos="0" algn="l"/>
              </a:tabLst>
            </a:pPr>
            <a:fld id="{6CBA578D-2F78-40E6-93F2-58615EE175C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1"/>
          <p:cNvSpPr/>
          <p:nvPr/>
        </p:nvSpPr>
        <p:spPr>
          <a:xfrm>
            <a:off x="274320" y="109800"/>
            <a:ext cx="859284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University Hierarchy UML Diagram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Rectangle 2"/>
          <p:cNvSpPr/>
          <p:nvPr/>
        </p:nvSpPr>
        <p:spPr>
          <a:xfrm>
            <a:off x="1828800" y="685800"/>
            <a:ext cx="5483880" cy="2741040"/>
          </a:xfrm>
          <a:prstGeom prst="rect">
            <a:avLst/>
          </a:prstGeom>
          <a:noFill/>
          <a:ln w="17780">
            <a:solidFill>
              <a:srgbClr val="0000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61" name="Connector 3"/>
          <p:cNvCxnSpPr/>
          <p:nvPr/>
        </p:nvCxnSpPr>
        <p:spPr>
          <a:xfrm>
            <a:off x="1828800" y="1097280"/>
            <a:ext cx="5488920" cy="2520"/>
          </a:xfrm>
          <a:prstGeom prst="straightConnector1">
            <a:avLst/>
          </a:prstGeom>
          <a:ln w="13335">
            <a:solidFill>
              <a:srgbClr val="000000"/>
            </a:solidFill>
            <a:round/>
          </a:ln>
        </p:spPr>
      </p:cxnSp>
      <p:cxnSp>
        <p:nvCxnSpPr>
          <p:cNvPr id="62" name="Connector 4"/>
          <p:cNvCxnSpPr/>
          <p:nvPr/>
        </p:nvCxnSpPr>
        <p:spPr>
          <a:xfrm>
            <a:off x="1828800" y="2286000"/>
            <a:ext cx="5488920" cy="2520"/>
          </a:xfrm>
          <a:prstGeom prst="straightConnector1">
            <a:avLst/>
          </a:prstGeom>
          <a:ln w="13335">
            <a:solidFill>
              <a:srgbClr val="000000"/>
            </a:solidFill>
            <a:round/>
          </a:ln>
        </p:spPr>
      </p:cxnSp>
      <p:sp>
        <p:nvSpPr>
          <p:cNvPr id="63" name="TextBox 5"/>
          <p:cNvSpPr/>
          <p:nvPr/>
        </p:nvSpPr>
        <p:spPr>
          <a:xfrm>
            <a:off x="1874520" y="713160"/>
            <a:ext cx="53924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University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6"/>
          <p:cNvSpPr/>
          <p:nvPr/>
        </p:nvSpPr>
        <p:spPr>
          <a:xfrm>
            <a:off x="1901880" y="1143000"/>
            <a:ext cx="5337720" cy="109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8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-univName:String</a:t>
            </a:r>
            <a:endParaRPr lang="en-US" sz="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8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-advList:ArrayList&lt;Advisor&gt;</a:t>
            </a:r>
            <a:endParaRPr lang="en-US" sz="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8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-freshmanStudList:ArrayList&lt;Student&gt;</a:t>
            </a:r>
            <a:endParaRPr lang="en-US" sz="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8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-sophomoreStudList:ArrayList&lt;Student&gt;</a:t>
            </a:r>
            <a:endParaRPr lang="en-US" sz="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8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-juniorStudList:ArrayList&lt;Student&gt;</a:t>
            </a:r>
            <a:endParaRPr lang="en-US" sz="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8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-seniorStudList:ArrayList&lt;Student&gt;</a:t>
            </a:r>
            <a:endParaRPr lang="en-US" sz="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8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-keyboard:Scanner</a:t>
            </a:r>
            <a:endParaRPr lang="en-US" sz="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7"/>
          <p:cNvSpPr/>
          <p:nvPr/>
        </p:nvSpPr>
        <p:spPr>
          <a:xfrm>
            <a:off x="1901880" y="2286000"/>
            <a:ext cx="5337720" cy="10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8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+University()</a:t>
            </a:r>
            <a:endParaRPr lang="en-US" sz="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8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+University(univName:String)</a:t>
            </a:r>
            <a:endParaRPr lang="en-US" sz="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8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+setUnivName(univName:String):void</a:t>
            </a:r>
            <a:endParaRPr lang="en-US" sz="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8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+getUnivName():String</a:t>
            </a:r>
            <a:endParaRPr lang="en-US" sz="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8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+hireAdvisors():void</a:t>
            </a:r>
            <a:endParaRPr lang="en-US" sz="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8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+admitStudents():void</a:t>
            </a:r>
            <a:endParaRPr lang="en-US" sz="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83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+printUniversityCommunity():void</a:t>
            </a:r>
            <a:endParaRPr lang="en-US" sz="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Rectangle 8"/>
          <p:cNvSpPr/>
          <p:nvPr/>
        </p:nvSpPr>
        <p:spPr>
          <a:xfrm>
            <a:off x="2331720" y="3886200"/>
            <a:ext cx="4478040" cy="1963440"/>
          </a:xfrm>
          <a:prstGeom prst="rect">
            <a:avLst/>
          </a:prstGeom>
          <a:noFill/>
          <a:ln w="17780">
            <a:solidFill>
              <a:srgbClr val="0000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67" name="Connector 9"/>
          <p:cNvCxnSpPr/>
          <p:nvPr/>
        </p:nvCxnSpPr>
        <p:spPr>
          <a:xfrm>
            <a:off x="2331720" y="4297680"/>
            <a:ext cx="4483080" cy="2520"/>
          </a:xfrm>
          <a:prstGeom prst="straightConnector1">
            <a:avLst/>
          </a:prstGeom>
          <a:ln w="13335">
            <a:solidFill>
              <a:srgbClr val="000000"/>
            </a:solidFill>
            <a:round/>
          </a:ln>
        </p:spPr>
      </p:cxnSp>
      <p:cxnSp>
        <p:nvCxnSpPr>
          <p:cNvPr id="68" name="Connector 10"/>
          <p:cNvCxnSpPr/>
          <p:nvPr/>
        </p:nvCxnSpPr>
        <p:spPr>
          <a:xfrm>
            <a:off x="2331720" y="4864320"/>
            <a:ext cx="4483080" cy="2520"/>
          </a:xfrm>
          <a:prstGeom prst="straightConnector1">
            <a:avLst/>
          </a:prstGeom>
          <a:ln w="13335">
            <a:solidFill>
              <a:srgbClr val="000000"/>
            </a:solidFill>
            <a:round/>
          </a:ln>
        </p:spPr>
      </p:cxnSp>
      <p:sp>
        <p:nvSpPr>
          <p:cNvPr id="69" name="TextBox 11"/>
          <p:cNvSpPr/>
          <p:nvPr/>
        </p:nvSpPr>
        <p:spPr>
          <a:xfrm>
            <a:off x="2377440" y="3913560"/>
            <a:ext cx="438660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UniversityMember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12"/>
          <p:cNvSpPr/>
          <p:nvPr/>
        </p:nvSpPr>
        <p:spPr>
          <a:xfrm>
            <a:off x="2404800" y="4343400"/>
            <a:ext cx="4331880" cy="48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2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-memberName:String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13"/>
          <p:cNvSpPr/>
          <p:nvPr/>
        </p:nvSpPr>
        <p:spPr>
          <a:xfrm>
            <a:off x="2404800" y="4910400"/>
            <a:ext cx="4331880" cy="89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86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+UniversityMember()</a:t>
            </a:r>
            <a:endParaRPr lang="en-U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86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+UniversityMember(memberName:String)</a:t>
            </a:r>
            <a:endParaRPr lang="en-U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86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+setMemberName(memberName:String):void</a:t>
            </a:r>
            <a:endParaRPr lang="en-U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86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+getMemberName():String</a:t>
            </a:r>
            <a:endParaRPr lang="en-U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86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+toString():String</a:t>
            </a:r>
            <a:endParaRPr lang="en-U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86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+equals(object2:Object):boolean</a:t>
            </a:r>
            <a:endParaRPr lang="en-US" sz="8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ectangle 14"/>
          <p:cNvSpPr/>
          <p:nvPr/>
        </p:nvSpPr>
        <p:spPr>
          <a:xfrm>
            <a:off x="228600" y="6903720"/>
            <a:ext cx="4158000" cy="2467800"/>
          </a:xfrm>
          <a:prstGeom prst="rect">
            <a:avLst/>
          </a:prstGeom>
          <a:noFill/>
          <a:ln w="17780">
            <a:solidFill>
              <a:srgbClr val="0000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73" name="Connector 15"/>
          <p:cNvCxnSpPr/>
          <p:nvPr/>
        </p:nvCxnSpPr>
        <p:spPr>
          <a:xfrm>
            <a:off x="228600" y="7315200"/>
            <a:ext cx="4163040" cy="2520"/>
          </a:xfrm>
          <a:prstGeom prst="straightConnector1">
            <a:avLst/>
          </a:prstGeom>
          <a:ln w="13335">
            <a:solidFill>
              <a:srgbClr val="000000"/>
            </a:solidFill>
            <a:round/>
          </a:ln>
        </p:spPr>
      </p:cxnSp>
      <p:cxnSp>
        <p:nvCxnSpPr>
          <p:cNvPr id="74" name="Connector 16"/>
          <p:cNvCxnSpPr/>
          <p:nvPr/>
        </p:nvCxnSpPr>
        <p:spPr>
          <a:xfrm>
            <a:off x="228600" y="7881840"/>
            <a:ext cx="4163040" cy="2520"/>
          </a:xfrm>
          <a:prstGeom prst="straightConnector1">
            <a:avLst/>
          </a:prstGeom>
          <a:ln w="13335">
            <a:solidFill>
              <a:srgbClr val="000000"/>
            </a:solidFill>
            <a:round/>
          </a:ln>
        </p:spPr>
      </p:cxnSp>
      <p:sp>
        <p:nvSpPr>
          <p:cNvPr id="75" name="TextBox 17"/>
          <p:cNvSpPr/>
          <p:nvPr/>
        </p:nvSpPr>
        <p:spPr>
          <a:xfrm>
            <a:off x="274320" y="6931080"/>
            <a:ext cx="40665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Advisor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18"/>
          <p:cNvSpPr/>
          <p:nvPr/>
        </p:nvSpPr>
        <p:spPr>
          <a:xfrm>
            <a:off x="301680" y="7360920"/>
            <a:ext cx="4011840" cy="48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2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-department:String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92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-advStudentList:ArrayList&lt;Student&gt;</a:t>
            </a:r>
            <a:endParaRPr lang="en-US" sz="9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19"/>
          <p:cNvSpPr/>
          <p:nvPr/>
        </p:nvSpPr>
        <p:spPr>
          <a:xfrm>
            <a:off x="301680" y="7927920"/>
            <a:ext cx="4011840" cy="308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+Advisor()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+Advisor(memberName:String, department:String)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+setDepartment(department:String):void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+getDepartment():String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+addStudentToAdvisor(student:Student):void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+getStudentFromAdvisorList(index:int):Student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+getNumStudentsInAdvisorList():int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+toString():String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+equals(object2:Object):boolean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Rectangle 20"/>
          <p:cNvSpPr/>
          <p:nvPr/>
        </p:nvSpPr>
        <p:spPr>
          <a:xfrm>
            <a:off x="4754880" y="6629400"/>
            <a:ext cx="4158000" cy="3656880"/>
          </a:xfrm>
          <a:prstGeom prst="rect">
            <a:avLst/>
          </a:prstGeom>
          <a:noFill/>
          <a:ln w="17780">
            <a:solidFill>
              <a:srgbClr val="0000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79" name="Connector 21"/>
          <p:cNvCxnSpPr/>
          <p:nvPr/>
        </p:nvCxnSpPr>
        <p:spPr>
          <a:xfrm>
            <a:off x="4754880" y="7040880"/>
            <a:ext cx="4163040" cy="2520"/>
          </a:xfrm>
          <a:prstGeom prst="straightConnector1">
            <a:avLst/>
          </a:prstGeom>
          <a:ln w="13335">
            <a:solidFill>
              <a:srgbClr val="000000"/>
            </a:solidFill>
            <a:round/>
          </a:ln>
        </p:spPr>
      </p:cxnSp>
      <p:cxnSp>
        <p:nvCxnSpPr>
          <p:cNvPr id="80" name="Connector 22"/>
          <p:cNvCxnSpPr/>
          <p:nvPr/>
        </p:nvCxnSpPr>
        <p:spPr>
          <a:xfrm>
            <a:off x="4754880" y="8229600"/>
            <a:ext cx="4163040" cy="2520"/>
          </a:xfrm>
          <a:prstGeom prst="straightConnector1">
            <a:avLst/>
          </a:prstGeom>
          <a:ln w="13335">
            <a:solidFill>
              <a:srgbClr val="000000"/>
            </a:solidFill>
            <a:round/>
          </a:ln>
        </p:spPr>
      </p:cxnSp>
      <p:sp>
        <p:nvSpPr>
          <p:cNvPr id="81" name="TextBox 23"/>
          <p:cNvSpPr/>
          <p:nvPr/>
        </p:nvSpPr>
        <p:spPr>
          <a:xfrm>
            <a:off x="4800600" y="6656760"/>
            <a:ext cx="40665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Student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24"/>
          <p:cNvSpPr/>
          <p:nvPr/>
        </p:nvSpPr>
        <p:spPr>
          <a:xfrm>
            <a:off x="4827960" y="7086600"/>
            <a:ext cx="4011840" cy="11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8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-advisor:Advisor</a:t>
            </a:r>
            <a:endParaRPr lang="en-US" sz="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8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-year:String</a:t>
            </a:r>
            <a:endParaRPr lang="en-US" sz="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8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-major:String</a:t>
            </a:r>
            <a:endParaRPr lang="en-US" sz="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8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-studentNumber:int</a:t>
            </a:r>
            <a:endParaRPr lang="en-US" sz="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8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-IDNUMBER:int {static}</a:t>
            </a:r>
            <a:endParaRPr lang="en-US" sz="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25"/>
          <p:cNvSpPr/>
          <p:nvPr/>
        </p:nvSpPr>
        <p:spPr>
          <a:xfrm>
            <a:off x="4827960" y="8275320"/>
            <a:ext cx="4011840" cy="274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7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+Student()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7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+Student(memberName:String, advisor:Advisor, year:String, major:String)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7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+setAdvisor(advisor:Advisor):void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7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+getAdvisor():Advisor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7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+setYear(year:String):void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7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+getYear():String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7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+setMajor(major:String):void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7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+getMajor():String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7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+setStudentNumber():void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7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+getStudentNumber():int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7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+toString():String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99"/>
              </a:spcAft>
            </a:pPr>
            <a:r>
              <a:rPr lang="en-US" sz="77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+equals(object2:Object):boolean</a:t>
            </a:r>
            <a:endParaRPr lang="en-US" sz="7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4" name="Connector 26"/>
          <p:cNvCxnSpPr/>
          <p:nvPr/>
        </p:nvCxnSpPr>
        <p:spPr>
          <a:xfrm>
            <a:off x="4572000" y="5852160"/>
            <a:ext cx="2520" cy="459720"/>
          </a:xfrm>
          <a:prstGeom prst="straightConnector1">
            <a:avLst/>
          </a:prstGeom>
          <a:ln w="16510">
            <a:solidFill>
              <a:srgbClr val="000000"/>
            </a:solidFill>
            <a:round/>
          </a:ln>
        </p:spPr>
      </p:cxnSp>
      <p:cxnSp>
        <p:nvCxnSpPr>
          <p:cNvPr id="85" name="Connector 27"/>
          <p:cNvCxnSpPr/>
          <p:nvPr/>
        </p:nvCxnSpPr>
        <p:spPr>
          <a:xfrm>
            <a:off x="2304000" y="6309360"/>
            <a:ext cx="4538160" cy="2520"/>
          </a:xfrm>
          <a:prstGeom prst="straightConnector1">
            <a:avLst/>
          </a:prstGeom>
          <a:ln w="16510">
            <a:solidFill>
              <a:srgbClr val="000000"/>
            </a:solidFill>
            <a:round/>
          </a:ln>
        </p:spPr>
      </p:cxnSp>
      <p:cxnSp>
        <p:nvCxnSpPr>
          <p:cNvPr id="86" name="Connector 28"/>
          <p:cNvCxnSpPr/>
          <p:nvPr/>
        </p:nvCxnSpPr>
        <p:spPr>
          <a:xfrm>
            <a:off x="2304000" y="6309360"/>
            <a:ext cx="2520" cy="596880"/>
          </a:xfrm>
          <a:prstGeom prst="straightConnector1">
            <a:avLst/>
          </a:prstGeom>
          <a:ln w="16510">
            <a:solidFill>
              <a:srgbClr val="000000"/>
            </a:solidFill>
            <a:round/>
          </a:ln>
        </p:spPr>
      </p:cxnSp>
      <p:cxnSp>
        <p:nvCxnSpPr>
          <p:cNvPr id="87" name="Connector 29"/>
          <p:cNvCxnSpPr/>
          <p:nvPr/>
        </p:nvCxnSpPr>
        <p:spPr>
          <a:xfrm>
            <a:off x="6839640" y="6309360"/>
            <a:ext cx="2520" cy="322560"/>
          </a:xfrm>
          <a:prstGeom prst="straightConnector1">
            <a:avLst/>
          </a:prstGeom>
          <a:ln w="16510">
            <a:solidFill>
              <a:srgbClr val="000000"/>
            </a:solidFill>
            <a:round/>
          </a:ln>
        </p:spPr>
      </p:cxnSp>
      <p:sp>
        <p:nvSpPr>
          <p:cNvPr id="88" name="Isosceles Triangle 30"/>
          <p:cNvSpPr/>
          <p:nvPr/>
        </p:nvSpPr>
        <p:spPr>
          <a:xfrm>
            <a:off x="4453200" y="5851800"/>
            <a:ext cx="235080" cy="235080"/>
          </a:xfrm>
          <a:prstGeom prst="triangle">
            <a:avLst>
              <a:gd name="adj" fmla="val 50000"/>
            </a:avLst>
          </a:prstGeom>
          <a:noFill/>
          <a:ln w="15875">
            <a:solidFill>
              <a:srgbClr val="0000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TextBox 31"/>
          <p:cNvSpPr/>
          <p:nvPr/>
        </p:nvSpPr>
        <p:spPr>
          <a:xfrm>
            <a:off x="3913560" y="6053400"/>
            <a:ext cx="1323360" cy="20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0" name="Connector 32"/>
          <p:cNvCxnSpPr/>
          <p:nvPr/>
        </p:nvCxnSpPr>
        <p:spPr>
          <a:xfrm flipH="1">
            <a:off x="1234440" y="2057400"/>
            <a:ext cx="596880" cy="2520"/>
          </a:xfrm>
          <a:prstGeom prst="straightConnector1">
            <a:avLst/>
          </a:prstGeom>
          <a:ln w="16510">
            <a:solidFill>
              <a:srgbClr val="000000"/>
            </a:solidFill>
            <a:round/>
          </a:ln>
        </p:spPr>
      </p:cxnSp>
      <p:cxnSp>
        <p:nvCxnSpPr>
          <p:cNvPr id="91" name="Connector 33"/>
          <p:cNvCxnSpPr>
            <a:endCxn id="92" idx="2"/>
          </p:cNvCxnSpPr>
          <p:nvPr/>
        </p:nvCxnSpPr>
        <p:spPr>
          <a:xfrm flipH="1">
            <a:off x="1212120" y="2057400"/>
            <a:ext cx="24480" cy="1620720"/>
          </a:xfrm>
          <a:prstGeom prst="straightConnector1">
            <a:avLst/>
          </a:prstGeom>
          <a:ln w="16510">
            <a:solidFill>
              <a:srgbClr val="000000"/>
            </a:solidFill>
            <a:round/>
          </a:ln>
        </p:spPr>
      </p:cxnSp>
      <p:cxnSp>
        <p:nvCxnSpPr>
          <p:cNvPr id="92" name="Connector 34"/>
          <p:cNvCxnSpPr>
            <a:endCxn id="94" idx="2"/>
          </p:cNvCxnSpPr>
          <p:nvPr/>
        </p:nvCxnSpPr>
        <p:spPr>
          <a:xfrm flipV="1">
            <a:off x="1212120" y="3655440"/>
            <a:ext cx="3348360" cy="22680"/>
          </a:xfrm>
          <a:prstGeom prst="straightConnector1">
            <a:avLst/>
          </a:prstGeom>
          <a:ln w="16510">
            <a:solidFill>
              <a:srgbClr val="000000"/>
            </a:solidFill>
            <a:round/>
          </a:ln>
        </p:spPr>
      </p:cxnSp>
      <p:cxnSp>
        <p:nvCxnSpPr>
          <p:cNvPr id="94" name="Connector 35"/>
          <p:cNvCxnSpPr/>
          <p:nvPr/>
        </p:nvCxnSpPr>
        <p:spPr>
          <a:xfrm>
            <a:off x="4560120" y="3655440"/>
            <a:ext cx="14400" cy="233280"/>
          </a:xfrm>
          <a:prstGeom prst="straightConnector1">
            <a:avLst/>
          </a:prstGeom>
          <a:ln w="16510">
            <a:solidFill>
              <a:srgbClr val="000000"/>
            </a:solidFill>
            <a:round/>
          </a:ln>
        </p:spPr>
      </p:cxnSp>
      <p:sp>
        <p:nvSpPr>
          <p:cNvPr id="96" name="Diamond 36"/>
          <p:cNvSpPr/>
          <p:nvPr/>
        </p:nvSpPr>
        <p:spPr>
          <a:xfrm>
            <a:off x="1371600" y="1947600"/>
            <a:ext cx="451440" cy="217080"/>
          </a:xfrm>
          <a:prstGeom prst="diamond">
            <a:avLst/>
          </a:prstGeom>
          <a:noFill/>
          <a:ln w="15875">
            <a:solidFill>
              <a:srgbClr val="0000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cxnSp>
        <p:nvCxnSpPr>
          <p:cNvPr id="97" name="Connector 44"/>
          <p:cNvCxnSpPr/>
          <p:nvPr/>
        </p:nvCxnSpPr>
        <p:spPr>
          <a:xfrm>
            <a:off x="2186640" y="10037880"/>
            <a:ext cx="2569320" cy="21240"/>
          </a:xfrm>
          <a:prstGeom prst="straightConnector1">
            <a:avLst/>
          </a:prstGeom>
          <a:ln w="16510">
            <a:solidFill>
              <a:srgbClr val="000000"/>
            </a:solidFill>
            <a:round/>
          </a:ln>
        </p:spPr>
      </p:cxnSp>
      <p:sp>
        <p:nvSpPr>
          <p:cNvPr id="98" name="Diamond 45"/>
          <p:cNvSpPr/>
          <p:nvPr/>
        </p:nvSpPr>
        <p:spPr>
          <a:xfrm>
            <a:off x="2103840" y="9372600"/>
            <a:ext cx="181080" cy="456480"/>
          </a:xfrm>
          <a:prstGeom prst="diamond">
            <a:avLst/>
          </a:prstGeom>
          <a:noFill/>
          <a:ln w="15875">
            <a:solidFill>
              <a:srgbClr val="0000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"/>
          <p:cNvSpPr/>
          <p:nvPr/>
        </p:nvSpPr>
        <p:spPr>
          <a:xfrm>
            <a:off x="457200" y="1143000"/>
            <a:ext cx="179280" cy="344880"/>
          </a:xfrm>
          <a:prstGeom prst="rect">
            <a:avLst/>
          </a:prstGeom>
          <a:noFill/>
          <a:ln w="3816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89640" tIns="45000" rIns="89640" bIns="45000" anchor="t">
            <a:spAutoFit/>
          </a:bodyPr>
          <a:p>
            <a:pPr/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00" name="Connector 1"/>
          <p:cNvCxnSpPr>
            <a:stCxn id="98" idx="0"/>
            <a:endCxn id="97" idx="2"/>
          </p:cNvCxnSpPr>
          <p:nvPr/>
        </p:nvCxnSpPr>
        <p:spPr>
          <a:xfrm flipH="1">
            <a:off x="2186640" y="9372600"/>
            <a:ext cx="8280" cy="665640"/>
          </a:xfrm>
          <a:prstGeom prst="straightConnector1">
            <a:avLst/>
          </a:prstGeom>
          <a:ln w="16510">
            <a:solidFill>
              <a:srgbClr val="000000"/>
            </a:solidFill>
            <a:round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</TotalTime>
  <Application>LibreOffice/26.8.0.3$Linux_X86_64 LibreOffice_project/e34ffb33db0c92181c79084d759a90d6bf45d9b3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2026-10-04T16:41:20Z</dcterms:modified>
  <cp:revision>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