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SolarSystem UML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85800"/>
            <a:ext cx="2743200" cy="29718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20040" y="1069848"/>
            <a:ext cx="274320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" y="1901952"/>
            <a:ext cx="274320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59" y="713232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Sun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115568"/>
            <a:ext cx="25968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000"/>
            </a:pPr>
            <a:r>
              <a:t>-sunName:String</a:t>
            </a:r>
          </a:p>
          <a:p>
            <a:pPr>
              <a:spcAft>
                <a:spcPts val="100"/>
              </a:spcAft>
              <a:defRPr sz="1000"/>
            </a:pPr>
            <a:r>
              <a:t>-sunAge:int</a:t>
            </a:r>
          </a:p>
          <a:p>
            <a:pPr>
              <a:spcAft>
                <a:spcPts val="100"/>
              </a:spcAft>
              <a:defRPr sz="1000"/>
            </a:pPr>
            <a:r>
              <a:t>-randy:Random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947672"/>
            <a:ext cx="2596896" cy="1664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30"/>
            </a:pPr>
            <a:r>
              <a:t>+Sun()</a:t>
            </a:r>
          </a:p>
          <a:p>
            <a:pPr>
              <a:spcAft>
                <a:spcPts val="50"/>
              </a:spcAft>
              <a:defRPr sz="930"/>
            </a:pPr>
            <a:r>
              <a:t>+Sun(sunName:String)</a:t>
            </a:r>
          </a:p>
          <a:p>
            <a:pPr>
              <a:spcAft>
                <a:spcPts val="50"/>
              </a:spcAft>
              <a:defRPr sz="930"/>
            </a:pPr>
            <a:r>
              <a:t>+setSunName(sunName:String):void</a:t>
            </a:r>
          </a:p>
          <a:p>
            <a:pPr>
              <a:spcAft>
                <a:spcPts val="50"/>
              </a:spcAft>
              <a:defRPr sz="930"/>
            </a:pPr>
            <a:r>
              <a:t>+setSunAge(sunAge:int):void</a:t>
            </a:r>
          </a:p>
          <a:p>
            <a:pPr>
              <a:spcAft>
                <a:spcPts val="50"/>
              </a:spcAft>
              <a:defRPr sz="930"/>
            </a:pPr>
            <a:r>
              <a:t>+getSunName():String</a:t>
            </a:r>
          </a:p>
          <a:p>
            <a:pPr>
              <a:spcAft>
                <a:spcPts val="50"/>
              </a:spcAft>
              <a:defRPr sz="930"/>
            </a:pPr>
            <a:r>
              <a:t>+getSunAge():int</a:t>
            </a:r>
          </a:p>
          <a:p>
            <a:pPr>
              <a:spcAft>
                <a:spcPts val="50"/>
              </a:spcAft>
              <a:defRPr sz="930"/>
            </a:pPr>
            <a:r>
              <a:t>+toString():String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2743200" cy="214884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0040" y="4453128"/>
            <a:ext cx="274320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5093208"/>
            <a:ext cx="274320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59" y="4096512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Moon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4498848"/>
            <a:ext cx="259689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000"/>
            </a:pPr>
            <a:r>
              <a:t>-moonName:String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5138928"/>
            <a:ext cx="2596896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30"/>
            </a:pPr>
            <a:r>
              <a:t>+Moon(moonName:String)</a:t>
            </a:r>
          </a:p>
          <a:p>
            <a:pPr>
              <a:spcAft>
                <a:spcPts val="50"/>
              </a:spcAft>
              <a:defRPr sz="930"/>
            </a:pPr>
            <a:r>
              <a:t>+setMoonName(moonName:String):void</a:t>
            </a:r>
          </a:p>
          <a:p>
            <a:pPr>
              <a:spcAft>
                <a:spcPts val="50"/>
              </a:spcAft>
              <a:defRPr sz="930"/>
            </a:pPr>
            <a:r>
              <a:t>+getMoonName():String</a:t>
            </a:r>
          </a:p>
          <a:p>
            <a:pPr>
              <a:spcAft>
                <a:spcPts val="50"/>
              </a:spcAft>
              <a:defRPr sz="930"/>
            </a:pPr>
            <a:r>
              <a:t>+toString():String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063240"/>
            <a:ext cx="3840480" cy="32461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794760" y="3447288"/>
            <a:ext cx="38404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94760" y="4507992"/>
            <a:ext cx="38404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0480" y="3090672"/>
            <a:ext cx="3749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Planet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2" y="3493008"/>
            <a:ext cx="3694176" cy="987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000"/>
            </a:pPr>
            <a:r>
              <a:t>-randyPlanet:Random {static}</a:t>
            </a:r>
          </a:p>
          <a:p>
            <a:pPr>
              <a:spcAft>
                <a:spcPts val="100"/>
              </a:spcAft>
              <a:defRPr sz="1000"/>
            </a:pPr>
            <a:r>
              <a:t>-planetName:String</a:t>
            </a:r>
          </a:p>
          <a:p>
            <a:pPr>
              <a:spcAft>
                <a:spcPts val="100"/>
              </a:spcAft>
              <a:defRPr sz="1000"/>
            </a:pPr>
            <a:r>
              <a:t>-planetTons:int</a:t>
            </a:r>
          </a:p>
          <a:p>
            <a:pPr>
              <a:spcAft>
                <a:spcPts val="100"/>
              </a:spcAft>
              <a:defRPr sz="1000"/>
            </a:pPr>
            <a:r>
              <a:t>-moonsList:ArrayList&lt;Moon&gt;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4553712"/>
            <a:ext cx="3694176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30"/>
            </a:pPr>
            <a:r>
              <a:t>+Planet()</a:t>
            </a:r>
          </a:p>
          <a:p>
            <a:pPr>
              <a:spcAft>
                <a:spcPts val="50"/>
              </a:spcAft>
              <a:defRPr sz="930"/>
            </a:pPr>
            <a:r>
              <a:t>+Planet(planetName:String)</a:t>
            </a:r>
          </a:p>
          <a:p>
            <a:pPr>
              <a:spcAft>
                <a:spcPts val="50"/>
              </a:spcAft>
              <a:defRPr sz="930"/>
            </a:pPr>
            <a:r>
              <a:t>+setPlanetName(planetName:String):void</a:t>
            </a:r>
          </a:p>
          <a:p>
            <a:pPr>
              <a:spcAft>
                <a:spcPts val="50"/>
              </a:spcAft>
              <a:defRPr sz="930"/>
            </a:pPr>
            <a:r>
              <a:t>+setPlanetTons(planetTons:int):void</a:t>
            </a:r>
          </a:p>
          <a:p>
            <a:pPr>
              <a:spcAft>
                <a:spcPts val="50"/>
              </a:spcAft>
              <a:defRPr sz="930"/>
            </a:pPr>
            <a:r>
              <a:t>+getPlanetName():String</a:t>
            </a:r>
          </a:p>
          <a:p>
            <a:pPr>
              <a:spcAft>
                <a:spcPts val="50"/>
              </a:spcAft>
              <a:defRPr sz="930"/>
            </a:pPr>
            <a:r>
              <a:t>+getPlanetTons():int</a:t>
            </a:r>
          </a:p>
          <a:p>
            <a:pPr>
              <a:spcAft>
                <a:spcPts val="50"/>
              </a:spcAft>
              <a:defRPr sz="930"/>
            </a:pPr>
            <a:r>
              <a:t>+createMoons(numMoons:int):void</a:t>
            </a:r>
          </a:p>
          <a:p>
            <a:pPr>
              <a:spcAft>
                <a:spcPts val="50"/>
              </a:spcAft>
              <a:defRPr sz="930"/>
            </a:pPr>
            <a:r>
              <a:t>+getMoonsList():ArrayList&lt;Moon&gt;</a:t>
            </a:r>
          </a:p>
          <a:p>
            <a:pPr>
              <a:spcAft>
                <a:spcPts val="50"/>
              </a:spcAft>
              <a:defRPr sz="930"/>
            </a:pPr>
            <a:r>
              <a:t>+toString():String</a:t>
            </a:r>
          </a:p>
          <a:p>
            <a:pPr>
              <a:spcAft>
                <a:spcPts val="50"/>
              </a:spcAft>
              <a:defRPr sz="930"/>
            </a:pPr>
            <a:r>
              <a:t>+equals(o:Object):boolean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777240"/>
            <a:ext cx="3657600" cy="406908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183879" y="1161288"/>
            <a:ext cx="36576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83879" y="1993392"/>
            <a:ext cx="36576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804672"/>
            <a:ext cx="3566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/>
            </a:pPr>
            <a:r>
              <a:t>SolarSystem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1207008"/>
            <a:ext cx="3511296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000"/>
            </a:pPr>
            <a:r>
              <a:t>-solSystemName:String</a:t>
            </a:r>
          </a:p>
          <a:p>
            <a:pPr>
              <a:spcAft>
                <a:spcPts val="100"/>
              </a:spcAft>
              <a:defRPr sz="1000"/>
            </a:pPr>
            <a:r>
              <a:t>-sol:Sun</a:t>
            </a:r>
          </a:p>
          <a:p>
            <a:pPr>
              <a:spcAft>
                <a:spcPts val="100"/>
              </a:spcAft>
              <a:defRPr sz="1000"/>
            </a:pPr>
            <a:r>
              <a:t>-planetList:ArrayList&lt;Planet&gt;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2039112"/>
            <a:ext cx="35112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  <a:defRPr sz="930"/>
            </a:pPr>
            <a:r>
              <a:t>+SolarSystem()</a:t>
            </a:r>
          </a:p>
          <a:p>
            <a:pPr>
              <a:spcAft>
                <a:spcPts val="50"/>
              </a:spcAft>
              <a:defRPr sz="930"/>
            </a:pPr>
            <a:r>
              <a:t>+SolarSystem(solSystemName:String, sunName:String)</a:t>
            </a:r>
          </a:p>
          <a:p>
            <a:pPr>
              <a:spcAft>
                <a:spcPts val="50"/>
              </a:spcAft>
              <a:defRPr sz="930"/>
            </a:pPr>
            <a:r>
              <a:t>+setSolSystemName(solSystemName:String):void</a:t>
            </a:r>
          </a:p>
          <a:p>
            <a:pPr>
              <a:spcAft>
                <a:spcPts val="50"/>
              </a:spcAft>
              <a:defRPr sz="930"/>
            </a:pPr>
            <a:r>
              <a:t>+getSolSystemName():String</a:t>
            </a:r>
          </a:p>
          <a:p>
            <a:pPr>
              <a:spcAft>
                <a:spcPts val="50"/>
              </a:spcAft>
              <a:defRPr sz="930"/>
            </a:pPr>
            <a:r>
              <a:t>+createPlanets():void</a:t>
            </a:r>
          </a:p>
          <a:p>
            <a:pPr>
              <a:spcAft>
                <a:spcPts val="50"/>
              </a:spcAft>
              <a:defRPr sz="930"/>
            </a:pPr>
            <a:r>
              <a:t>+getNumPlanets():int</a:t>
            </a:r>
          </a:p>
          <a:p>
            <a:pPr>
              <a:spcAft>
                <a:spcPts val="50"/>
              </a:spcAft>
              <a:defRPr sz="930"/>
            </a:pPr>
            <a:r>
              <a:t>+getPlanet(index:int):Planet</a:t>
            </a:r>
          </a:p>
          <a:p>
            <a:pPr>
              <a:spcAft>
                <a:spcPts val="50"/>
              </a:spcAft>
              <a:defRPr sz="930"/>
            </a:pPr>
            <a:r>
              <a:t>+toString():String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063240" y="1600200"/>
            <a:ext cx="5120639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8046720" y="1499616"/>
            <a:ext cx="201168" cy="201168"/>
          </a:xfrm>
          <a:prstGeom prst="diamond">
            <a:avLst/>
          </a:prstGeom>
          <a:noFill/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144000" y="4846320"/>
            <a:ext cx="0" cy="68580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635240" y="5532120"/>
            <a:ext cx="1508760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iamond 30"/>
          <p:cNvSpPr/>
          <p:nvPr/>
        </p:nvSpPr>
        <p:spPr>
          <a:xfrm>
            <a:off x="9043416" y="4782312"/>
            <a:ext cx="201168" cy="201168"/>
          </a:xfrm>
          <a:prstGeom prst="diamond">
            <a:avLst/>
          </a:prstGeom>
          <a:noFill/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3063240" y="5074920"/>
            <a:ext cx="731520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iamond 32"/>
          <p:cNvSpPr/>
          <p:nvPr/>
        </p:nvSpPr>
        <p:spPr>
          <a:xfrm>
            <a:off x="3657600" y="4974336"/>
            <a:ext cx="201168" cy="201168"/>
          </a:xfrm>
          <a:prstGeom prst="diamond">
            <a:avLst/>
          </a:prstGeom>
          <a:noFill/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34416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134416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96519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528523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0..*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48006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0672" y="48006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0..*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