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CBB5-DE09-C84F-87DC-CFF19EBBA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99D3D-5D26-4D4C-8041-FE37D48B1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CCDEC-B3A3-B24F-8EE7-81469704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99208-C177-594E-8F36-BBEA933D6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C2DA3-E59B-6840-98E4-D5F964AC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0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6B62-14B2-274C-8950-6E13BBD6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C66B4-6286-3543-89D7-830C96468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B2E06-1419-824C-AE78-2B0C0B2A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D9B84-19D3-CC49-A978-8A5CE865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A091A-6DB9-AC4A-91BD-9E2F8CFF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2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733B-2521-144D-871F-0620EA61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C0ECB-8068-B44F-B8DD-EA2DBAED5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C0BC4-9312-BD43-BC30-65997628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501DB-B215-B649-A78C-BF0C9DAF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D8362-03BA-EC48-8825-D9C53F62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69B8-0337-CB4B-B2F0-D5D1D2BB3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49B10-068B-6B4F-9AA8-0E97454A0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003DB-6BF3-3849-9B52-C644FA16E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3166C-11E6-BD48-A786-C0A9653B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AF3A-AF26-E641-84B4-F96BA632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4F0B7-4825-A042-85B6-CF806CE5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1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56FB9-E3C2-3F41-B69C-00DC6783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C088F-F703-F442-B076-6B32D4EF9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6E15E-08D7-CC4D-A205-428FA6D4D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80960-AB49-2B47-9DC8-9B9D74293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BF7E8-851F-8C41-B3DB-B5537A88D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2E820-E7BA-744D-A798-E9D7F4BB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59E2B-A556-1042-A22D-55B69F3AD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DA2AF-DF3D-F94B-88AB-0A9D98FE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896A-2282-2044-8744-53834130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A2D0AA-0552-874B-AFD2-9800B95E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FE7F-C81E-4F47-BEA9-B575A2328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2B694-DE3A-244C-A605-4D19333D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2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B78E6-95C2-7947-B566-E7515B64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A48BE-80C1-304A-93E9-AA328570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9BADD-B087-E948-B868-4BADBE0C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8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D94E-DFBF-BD46-BC69-A5C4CCA5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B046-01BC-7142-9962-E10C3A59F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1B804-C4DD-B147-9823-6A2019557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2B94A-9F75-4947-8282-2D2F4D7A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43F63-E7CD-4D4D-B630-B87A041B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A49DA-339D-0848-863C-DE56F53F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3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68EEA-5D62-8F46-BD97-BDA8A248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0F739-7629-DB42-8F3A-11E7E5777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2C933-6B1B-944E-8666-067219635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0BE64-9C29-044F-B569-33B858F8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2F4D9-8E65-0947-A302-9122320B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88D31-2297-5B4A-B395-5FB44D31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8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2099-FC99-BC46-9EB8-DBB0B07F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46BD1-3524-EC48-A097-EA9AC0028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290D5-A9E9-064B-A0EC-F5E4C6046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BC1E0-B5E1-0C4D-B0B4-0B8CFBF0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3D2E1-C7D3-7741-BAFE-F4FB4652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2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C4254-49D5-C04B-A45B-A336088C39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D7FCD-11F4-3745-83FB-8EB97541F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B3E7C-48E1-4046-9672-53D29634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58DAD-B1FD-C948-A9BA-23F3E182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1BEB8-58E6-FE4D-8D77-BD0B293A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81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55676-4D22-BC46-BC74-458728AF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7F01A-9C4B-CE4C-8991-9E7E5B49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1B40-0575-F746-8C85-A25801726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BE51F-C300-904E-8A99-4E998C9E4CF1}" type="datetimeFigureOut">
              <a:rPr lang="en-US" smtClean="0"/>
              <a:t>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5676-B288-7341-803F-5CA852620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9C9C3-C511-8541-BEEF-FAB755563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5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3E1F2D-34A2-F245-9EF3-9107C7652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26426"/>
              </p:ext>
            </p:extLst>
          </p:nvPr>
        </p:nvGraphicFramePr>
        <p:xfrm>
          <a:off x="3070317" y="388318"/>
          <a:ext cx="4933252" cy="277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33252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 err="1">
                          <a:effectLst/>
                        </a:rPr>
                        <a:t>SatConstellation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satConstellationName:String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country:Country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satelliteList:ArrayList</a:t>
                      </a:r>
                      <a:r>
                        <a:rPr lang="en-US" sz="1400" dirty="0">
                          <a:effectLst/>
                        </a:rPr>
                        <a:t>&lt;Satellite&gt;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Sat</a:t>
                      </a:r>
                      <a:r>
                        <a:rPr lang="en-US" sz="1400" i="0" dirty="0" err="1">
                          <a:effectLst/>
                        </a:rPr>
                        <a:t>Constellation</a:t>
                      </a:r>
                      <a:r>
                        <a:rPr lang="en-US" sz="1400" i="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();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Sat</a:t>
                      </a:r>
                      <a:r>
                        <a:rPr lang="en-US" sz="1400" i="0" dirty="0" err="1">
                          <a:effectLst/>
                        </a:rPr>
                        <a:t>Constellation</a:t>
                      </a:r>
                      <a:r>
                        <a:rPr lang="en-US" sz="1400" i="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satConstellationName:String</a:t>
                      </a:r>
                      <a:r>
                        <a:rPr lang="en-US" sz="1400" dirty="0">
                          <a:effectLst/>
                        </a:rPr>
                        <a:t>,  </a:t>
                      </a:r>
                      <a:r>
                        <a:rPr lang="en-US" sz="1400" dirty="0" err="1">
                          <a:effectLst/>
                        </a:rPr>
                        <a:t>countryName</a:t>
                      </a:r>
                      <a:r>
                        <a:rPr lang="en-US" sz="1400" dirty="0">
                          <a:effectLst/>
                        </a:rPr>
                        <a:t>: String)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getSatConstellationName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setSatConstellationName</a:t>
                      </a:r>
                      <a:r>
                        <a:rPr lang="en-US" sz="1400" dirty="0">
                          <a:effectLst/>
                        </a:rPr>
                        <a:t> (</a:t>
                      </a:r>
                      <a:r>
                        <a:rPr lang="en-US" sz="1400" dirty="0" err="1">
                          <a:effectLst/>
                        </a:rPr>
                        <a:t>satConstellationName:String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createSatellites</a:t>
                      </a:r>
                      <a:r>
                        <a:rPr lang="en-US" sz="1400" dirty="0">
                          <a:effectLst/>
                        </a:rPr>
                        <a:t>():void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getNumSatellites</a:t>
                      </a:r>
                      <a:r>
                        <a:rPr lang="en-US" sz="1400" dirty="0">
                          <a:effectLst/>
                        </a:rPr>
                        <a:t>():int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getSatellite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i:int</a:t>
                      </a:r>
                      <a:r>
                        <a:rPr lang="en-US" sz="1400" dirty="0">
                          <a:effectLst/>
                        </a:rPr>
                        <a:t>); Satellite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755E9-92E9-FF44-B79A-19CF514F6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04029"/>
              </p:ext>
            </p:extLst>
          </p:nvPr>
        </p:nvGraphicFramePr>
        <p:xfrm>
          <a:off x="1712419" y="4056282"/>
          <a:ext cx="3526033" cy="1493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6033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>
                          <a:effectLst/>
                        </a:rPr>
                        <a:t>Country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countryName:String</a:t>
                      </a:r>
                      <a:endParaRPr lang="en-US" sz="1400" u="none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Country </a:t>
                      </a:r>
                      <a:r>
                        <a:rPr lang="en-US" sz="1400" dirty="0"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Country 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countryName</a:t>
                      </a:r>
                      <a:r>
                        <a:rPr lang="en-US" sz="1400" dirty="0" err="1">
                          <a:effectLst/>
                        </a:rPr>
                        <a:t>:String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setCountryName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countryName:String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getCountryName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EEA009-9041-574C-AA56-A8EFDFCC2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741463"/>
              </p:ext>
            </p:extLst>
          </p:nvPr>
        </p:nvGraphicFramePr>
        <p:xfrm>
          <a:off x="5645709" y="4038758"/>
          <a:ext cx="4933249" cy="256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33249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>
                          <a:effectLst/>
                        </a:rPr>
                        <a:t>Satellite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satelliteName:String</a:t>
                      </a:r>
                      <a:endParaRPr lang="en-US" sz="1400" u="none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satellliteOrbitHeight:int</a:t>
                      </a:r>
                      <a:endParaRPr lang="en-US" sz="1400" u="none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sng" dirty="0">
                          <a:effectLst/>
                        </a:rPr>
                        <a:t>-</a:t>
                      </a:r>
                      <a:r>
                        <a:rPr lang="en-US" sz="1400" u="sng" dirty="0" err="1">
                          <a:effectLst/>
                        </a:rPr>
                        <a:t>randy:Random</a:t>
                      </a:r>
                      <a:endParaRPr lang="en-US" sz="1400" u="sng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Satellite </a:t>
                      </a:r>
                      <a:r>
                        <a:rPr lang="en-US" sz="1400" dirty="0"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Satellite</a:t>
                      </a:r>
                      <a:r>
                        <a:rPr lang="en-US" sz="1400" dirty="0">
                          <a:effectLst/>
                        </a:rPr>
                        <a:t> (</a:t>
                      </a:r>
                      <a:r>
                        <a:rPr lang="en-US" sz="1400" u="none" dirty="0" err="1">
                          <a:effectLst/>
                        </a:rPr>
                        <a:t>satelliteName</a:t>
                      </a:r>
                      <a:r>
                        <a:rPr lang="en-US" sz="1400" dirty="0" err="1">
                          <a:effectLst/>
                        </a:rPr>
                        <a:t>:String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setSatelliteName</a:t>
                      </a:r>
                      <a:r>
                        <a:rPr lang="en-US" sz="1400" dirty="0">
                          <a:effectLst/>
                        </a:rPr>
                        <a:t> (</a:t>
                      </a:r>
                      <a:r>
                        <a:rPr lang="en-US" sz="1400" u="none" dirty="0" err="1">
                          <a:effectLst/>
                        </a:rPr>
                        <a:t>satelliteName</a:t>
                      </a:r>
                      <a:r>
                        <a:rPr lang="en-US" sz="1400" dirty="0" err="1">
                          <a:effectLst/>
                        </a:rPr>
                        <a:t>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getSatelliteName</a:t>
                      </a:r>
                      <a:r>
                        <a:rPr lang="en-US" sz="1400" dirty="0">
                          <a:effectLst/>
                        </a:rPr>
                        <a:t> 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setSatelliteOrbitHeight</a:t>
                      </a:r>
                      <a:r>
                        <a:rPr lang="en-US" sz="1400" dirty="0">
                          <a:effectLst/>
                        </a:rPr>
                        <a:t> (</a:t>
                      </a:r>
                      <a:r>
                        <a:rPr lang="en-US" sz="1400">
                          <a:effectLst/>
                        </a:rPr>
                        <a:t>satelliteOrbitHeight</a:t>
                      </a:r>
                      <a:r>
                        <a:rPr lang="en-US" sz="1400" dirty="0" err="1">
                          <a:effectLst/>
                        </a:rPr>
                        <a:t>:int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getSatelliteOrbitHeight</a:t>
                      </a:r>
                      <a:r>
                        <a:rPr lang="en-US" sz="1400" dirty="0">
                          <a:effectLst/>
                        </a:rPr>
                        <a:t> ():int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+equals(</a:t>
                      </a:r>
                      <a:r>
                        <a:rPr lang="en-US" sz="1400" dirty="0" err="1">
                          <a:effectLst/>
                        </a:rPr>
                        <a:t>obj:Object</a:t>
                      </a:r>
                      <a:r>
                        <a:rPr lang="en-US" sz="1400" dirty="0">
                          <a:effectLst/>
                        </a:rPr>
                        <a:t>):</a:t>
                      </a:r>
                      <a:r>
                        <a:rPr lang="en-US" sz="1400" dirty="0" err="1">
                          <a:effectLst/>
                        </a:rPr>
                        <a:t>boolean</a:t>
                      </a:r>
                      <a:endParaRPr lang="en-US" sz="14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ABCD51-0732-F94A-97BB-2F4B4FC50E01}"/>
              </a:ext>
            </a:extLst>
          </p:cNvPr>
          <p:cNvCxnSpPr>
            <a:cxnSpLocks/>
          </p:cNvCxnSpPr>
          <p:nvPr/>
        </p:nvCxnSpPr>
        <p:spPr>
          <a:xfrm flipV="1">
            <a:off x="4315146" y="3193695"/>
            <a:ext cx="0" cy="862588"/>
          </a:xfrm>
          <a:prstGeom prst="line">
            <a:avLst/>
          </a:prstGeom>
          <a:ln w="53975">
            <a:solidFill>
              <a:srgbClr val="FF0000"/>
            </a:solidFill>
            <a:headEnd type="none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571DD1-A609-1246-848E-4031D7374BB2}"/>
              </a:ext>
            </a:extLst>
          </p:cNvPr>
          <p:cNvCxnSpPr>
            <a:cxnSpLocks/>
          </p:cNvCxnSpPr>
          <p:nvPr/>
        </p:nvCxnSpPr>
        <p:spPr>
          <a:xfrm flipV="1">
            <a:off x="6371502" y="3211208"/>
            <a:ext cx="0" cy="862588"/>
          </a:xfrm>
          <a:prstGeom prst="line">
            <a:avLst/>
          </a:prstGeom>
          <a:ln w="53975">
            <a:solidFill>
              <a:srgbClr val="FF0000"/>
            </a:solidFill>
            <a:headEnd type="none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74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152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Howard Rosenthal</dc:creator>
  <cp:lastModifiedBy>Howard Rosenthal</cp:lastModifiedBy>
  <cp:revision>21</cp:revision>
  <dcterms:created xsi:type="dcterms:W3CDTF">2019-10-21T00:46:31Z</dcterms:created>
  <dcterms:modified xsi:type="dcterms:W3CDTF">2024-01-12T22:11:12Z</dcterms:modified>
</cp:coreProperties>
</file>